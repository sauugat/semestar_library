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Semester Library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16952" y="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Gandaki University · BIT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325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1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6151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A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01A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423160"/>
            <a:ext cx="2615184" cy="777240"/>
          </a:xfrm>
          <a:prstGeom prst="rect">
            <a:avLst/>
          </a:prstGeom>
          <a:solidFill>
            <a:srgbClr val="1D2E4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3383280"/>
            <a:ext cx="221284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19856" y="2423160"/>
            <a:ext cx="26151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A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01A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9856" y="2423160"/>
            <a:ext cx="2615184" cy="777240"/>
          </a:xfrm>
          <a:prstGeom prst="rect">
            <a:avLst/>
          </a:prstGeom>
          <a:solidFill>
            <a:srgbClr val="B8863A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21024" y="3383280"/>
            <a:ext cx="221284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91072" y="2423160"/>
            <a:ext cx="26151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A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01A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2423160"/>
            <a:ext cx="2615184" cy="777240"/>
          </a:xfrm>
          <a:prstGeom prst="rect">
            <a:avLst/>
          </a:prstGeom>
          <a:solidFill>
            <a:srgbClr val="2F4A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3383280"/>
            <a:ext cx="221284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(via better-sqlite3)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162288" y="2423160"/>
            <a:ext cx="26151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223A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01A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62288" y="2423160"/>
            <a:ext cx="2615184" cy="777240"/>
          </a:xfrm>
          <a:prstGeom prst="rect">
            <a:avLst/>
          </a:prstGeom>
          <a:solidFill>
            <a:srgbClr val="7A2E2E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423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63456" y="3383280"/>
            <a:ext cx="221284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password hashing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express-session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6263640"/>
            <a:ext cx="11091672" cy="457200"/>
          </a:xfrm>
          <a:prstGeom prst="rect">
            <a:avLst/>
          </a:prstGeom>
          <a:solidFill>
            <a:srgbClr val="101A30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stack?  </a:t>
            </a:r>
            <a:pPr indent="0" marL="0">
              <a:buNone/>
            </a:pPr>
            <a:r>
              <a:rPr lang="en-US" sz="12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was chosen for simplicity — no separate database server needed for a 45-student deployment, keeping the system lightweight and easy to run.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2026-07-20T05:51:49Z</dcterms:created>
  <dcterms:modified xsi:type="dcterms:W3CDTF">2026-07-20T05:51:49Z</dcterms:modified>
</cp:coreProperties>
</file>