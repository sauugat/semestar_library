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</p:sldIdLst>
  <p:notesMasterIdLst>
    <p:notesMasterId r:id="rId1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notesMaster" Target="notesMasters/notesMaster1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heme" Target="theme/theme1.xml"/><Relationship Id="rId1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5.xml"/><Relationship Id="rId5" Type="http://schemas.openxmlformats.org/officeDocument/2006/relationships/slide" Target="slide8.xml"/><Relationship Id="rId6" Type="http://schemas.openxmlformats.org/officeDocument/2006/relationships/slide" Target="slide8.xml"/><Relationship Id="rId7" Type="http://schemas.openxmlformats.org/officeDocument/2006/relationships/slide" Target="slide11.xml"/><Relationship Id="rId8" Type="http://schemas.openxmlformats.org/officeDocument/2006/relationships/slide" Target="slide11.xml"/><Relationship Id="rId9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7.xml"/><Relationship Id="rId12" Type="http://schemas.openxmlformats.org/officeDocument/2006/relationships/slide" Target="slide17.xml"/><Relationship Id="rId13" Type="http://schemas.openxmlformats.org/officeDocument/2006/relationships/slide" Target="slide20.xml"/><Relationship Id="rId14" Type="http://schemas.openxmlformats.org/officeDocument/2006/relationships/slide" Target="slide20.xml"/><Relationship Id="rId15" Type="http://schemas.openxmlformats.org/officeDocument/2006/relationships/slide" Target="slide23.xml"/><Relationship Id="rId16" Type="http://schemas.openxmlformats.org/officeDocument/2006/relationships/slide" Target="slide23.xml"/><Relationship Id="rId17" Type="http://schemas.openxmlformats.org/officeDocument/2006/relationships/slide" Target="slide26.xml"/><Relationship Id="rId18" Type="http://schemas.openxmlformats.org/officeDocument/2006/relationships/slide" Target="slide26.xml"/><Relationship Id="rId19" Type="http://schemas.openxmlformats.org/officeDocument/2006/relationships/slide" Target="slide29.xml"/><Relationship Id="rId20" Type="http://schemas.openxmlformats.org/officeDocument/2006/relationships/slide" Target="slide29.xml"/><Relationship Id="rId21" Type="http://schemas.openxmlformats.org/officeDocument/2006/relationships/slide" Target="slide32.xml"/><Relationship Id="rId22" Type="http://schemas.openxmlformats.org/officeDocument/2006/relationships/slide" Target="slide32.xml"/><Relationship Id="rId23" Type="http://schemas.openxmlformats.org/officeDocument/2006/relationships/slide" Target="slide35.xml"/><Relationship Id="rId24" Type="http://schemas.openxmlformats.org/officeDocument/2006/relationships/slide" Target="slide35.xml"/><Relationship Id="rId25" Type="http://schemas.openxmlformats.org/officeDocument/2006/relationships/slide" Target="slide38.xml"/><Relationship Id="rId26" Type="http://schemas.openxmlformats.org/officeDocument/2006/relationships/slide" Target="slide38.xml"/><Relationship Id="rId27" Type="http://schemas.openxmlformats.org/officeDocument/2006/relationships/slide" Target="slide41.xml"/><Relationship Id="rId28" Type="http://schemas.openxmlformats.org/officeDocument/2006/relationships/slide" Target="slide41.xml"/><Relationship Id="rId29" Type="http://schemas.openxmlformats.org/officeDocument/2006/relationships/slide" Target="slide44.xml"/><Relationship Id="rId30" Type="http://schemas.openxmlformats.org/officeDocument/2006/relationships/slide" Target="slide44.xml"/><Relationship Id="rId31" Type="http://schemas.openxmlformats.org/officeDocument/2006/relationships/slide" Target="slide47.xml"/><Relationship Id="rId32" Type="http://schemas.openxmlformats.org/officeDocument/2006/relationships/slide" Target="slide47.xml"/><Relationship Id="rId33" Type="http://schemas.openxmlformats.org/officeDocument/2006/relationships/slide" Target="slide50.xml"/><Relationship Id="rId34" Type="http://schemas.openxmlformats.org/officeDocument/2006/relationships/slide" Target="slide50.xml"/><Relationship Id="rId35" Type="http://schemas.openxmlformats.org/officeDocument/2006/relationships/slide" Target="slide53.xml"/><Relationship Id="rId36" Type="http://schemas.openxmlformats.org/officeDocument/2006/relationships/slide" Target="slide53.xml"/><Relationship Id="rId37" Type="http://schemas.openxmlformats.org/officeDocument/2006/relationships/slide" Target="slide56.xml"/><Relationship Id="rId38" Type="http://schemas.openxmlformats.org/officeDocument/2006/relationships/slide" Target="slide56.xml"/><Relationship Id="rId39" Type="http://schemas.openxmlformats.org/officeDocument/2006/relationships/slide" Target="slide59.xml"/><Relationship Id="rId40" Type="http://schemas.openxmlformats.org/officeDocument/2006/relationships/slide" Target="slide59.xml"/><Relationship Id="rId41" Type="http://schemas.openxmlformats.org/officeDocument/2006/relationships/slide" Target="slide62.xml"/><Relationship Id="rId42" Type="http://schemas.openxmlformats.org/officeDocument/2006/relationships/slide" Target="slide62.xml"/><Relationship Id="rId43" Type="http://schemas.openxmlformats.org/officeDocument/2006/relationships/slide" Target="slide65.xml"/><Relationship Id="rId44" Type="http://schemas.openxmlformats.org/officeDocument/2006/relationships/slide" Target="slide65.xml"/><Relationship Id="rId45" Type="http://schemas.openxmlformats.org/officeDocument/2006/relationships/slide" Target="slide68.xml"/><Relationship Id="rId46" Type="http://schemas.openxmlformats.org/officeDocument/2006/relationships/slide" Target="slide68.xml"/><Relationship Id="rId47" Type="http://schemas.openxmlformats.org/officeDocument/2006/relationships/slide" Target="slide71.xml"/><Relationship Id="rId48" Type="http://schemas.openxmlformats.org/officeDocument/2006/relationships/slide" Target="slide71.xml"/><Relationship Id="rId49" Type="http://schemas.openxmlformats.org/officeDocument/2006/relationships/slide" Target="slide74.xml"/><Relationship Id="rId50" Type="http://schemas.openxmlformats.org/officeDocument/2006/relationships/slide" Target="slide74.xml"/><Relationship Id="rId51" Type="http://schemas.openxmlformats.org/officeDocument/2006/relationships/slide" Target="slide77.xml"/><Relationship Id="rId52" Type="http://schemas.openxmlformats.org/officeDocument/2006/relationships/slide" Target="slide77.xml"/><Relationship Id="rId53" Type="http://schemas.openxmlformats.org/officeDocument/2006/relationships/slide" Target="slide80.xml"/><Relationship Id="rId54" Type="http://schemas.openxmlformats.org/officeDocument/2006/relationships/slide" Target="slide80.xml"/><Relationship Id="rId55" Type="http://schemas.openxmlformats.org/officeDocument/2006/relationships/slide" Target="slide83.xml"/><Relationship Id="rId56" Type="http://schemas.openxmlformats.org/officeDocument/2006/relationships/slide" Target="slide83.xml"/><Relationship Id="rId57" Type="http://schemas.openxmlformats.org/officeDocument/2006/relationships/slide" Target="slide86.xml"/><Relationship Id="rId58" Type="http://schemas.openxmlformats.org/officeDocument/2006/relationships/slide" Target="slide86.xml"/><Relationship Id="rId59" Type="http://schemas.openxmlformats.org/officeDocument/2006/relationships/slide" Target="slide89.xml"/><Relationship Id="rId60" Type="http://schemas.openxmlformats.org/officeDocument/2006/relationships/slide" Target="slide89.xml"/><Relationship Id="rId61" Type="http://schemas.openxmlformats.org/officeDocument/2006/relationships/slide" Target="slide92.xml"/><Relationship Id="rId62" Type="http://schemas.openxmlformats.org/officeDocument/2006/relationships/slide" Target="slide92.xml"/><Relationship Id="rId63" Type="http://schemas.openxmlformats.org/officeDocument/2006/relationships/slide" Target="slide95.xml"/><Relationship Id="rId64" Type="http://schemas.openxmlformats.org/officeDocument/2006/relationships/slide" Target="slide95.xml"/><Relationship Id="rId65" Type="http://schemas.openxmlformats.org/officeDocument/2006/relationships/slide" Target="slide98.xml"/><Relationship Id="rId66" Type="http://schemas.openxmlformats.org/officeDocument/2006/relationships/slide" Target="slide98.xml"/><Relationship Id="rId67" Type="http://schemas.openxmlformats.org/officeDocument/2006/relationships/slide" Target="slide101.xml"/><Relationship Id="rId68" Type="http://schemas.openxmlformats.org/officeDocument/2006/relationships/slide" Target="slide101.xml"/><Relationship Id="rId69" Type="http://schemas.openxmlformats.org/officeDocument/2006/relationships/slide" Target="slide104.xml"/><Relationship Id="rId70" Type="http://schemas.openxmlformats.org/officeDocument/2006/relationships/slide" Target="slide104.xml"/><Relationship Id="rId71" Type="http://schemas.openxmlformats.org/officeDocument/2006/relationships/slide" Target="slide107.xml"/><Relationship Id="rId72" Type="http://schemas.openxmlformats.org/officeDocument/2006/relationships/slide" Target="slide107.xml"/><Relationship Id="rId73" Type="http://schemas.openxmlformats.org/officeDocument/2006/relationships/slide" Target="slide110.xml"/><Relationship Id="rId74" Type="http://schemas.openxmlformats.org/officeDocument/2006/relationships/slide" Target="slide110.xml"/><Relationship Id="rId75" Type="http://schemas.openxmlformats.org/officeDocument/2006/relationships/slide" Target="slide113.xml"/><Relationship Id="rId76" Type="http://schemas.openxmlformats.org/officeDocument/2006/relationships/slide" Target="slide113.xml"/><Relationship Id="rId77" Type="http://schemas.openxmlformats.org/officeDocument/2006/relationships/slide" Target="slide116.xml"/><Relationship Id="rId78" Type="http://schemas.openxmlformats.org/officeDocument/2006/relationships/slide" Target="slide116.xml"/><Relationship Id="rId79" Type="http://schemas.openxmlformats.org/officeDocument/2006/relationships/slide" Target="slide119.xml"/><Relationship Id="rId80" Type="http://schemas.openxmlformats.org/officeDocument/2006/relationships/slide" Target="slide119.xml"/><Relationship Id="rId81" Type="http://schemas.openxmlformats.org/officeDocument/2006/relationships/slide" Target="slide122.xml"/><Relationship Id="rId82" Type="http://schemas.openxmlformats.org/officeDocument/2006/relationships/slide" Target="slide122.xml"/><Relationship Id="rId83" Type="http://schemas.openxmlformats.org/officeDocument/2006/relationships/slide" Target="slide125.xml"/><Relationship Id="rId84" Type="http://schemas.openxmlformats.org/officeDocument/2006/relationships/slide" Target="slide125.xml"/><Relationship Id="rId85" Type="http://schemas.openxmlformats.org/officeDocument/2006/relationships/slide" Target="slide128.xml"/><Relationship Id="rId86" Type="http://schemas.openxmlformats.org/officeDocument/2006/relationships/slide" Target="slide128.xml"/><Relationship Id="rId87" Type="http://schemas.openxmlformats.org/officeDocument/2006/relationships/slide" Target="slide131.xml"/><Relationship Id="rId88" Type="http://schemas.openxmlformats.org/officeDocument/2006/relationships/slide" Target="slide131.xml"/><Relationship Id="rId89" Type="http://schemas.openxmlformats.org/officeDocument/2006/relationships/slide" Target="slide134.xml"/><Relationship Id="rId90" Type="http://schemas.openxmlformats.org/officeDocument/2006/relationships/slide" Target="slide134.xml"/><Relationship Id="rId91" Type="http://schemas.openxmlformats.org/officeDocument/2006/relationships/slide" Target="slide137.xml"/><Relationship Id="rId92" Type="http://schemas.openxmlformats.org/officeDocument/2006/relationships/slide" Target="slide137.xml"/><Relationship Id="rId93" Type="http://schemas.openxmlformats.org/officeDocument/2006/relationships/slide" Target="slide140.xml"/><Relationship Id="rId94" Type="http://schemas.openxmlformats.org/officeDocument/2006/relationships/slide" Target="slide140.xml"/><Relationship Id="rId95" Type="http://schemas.openxmlformats.org/officeDocument/2006/relationships/slide" Target="slide143.xml"/><Relationship Id="rId96" Type="http://schemas.openxmlformats.org/officeDocument/2006/relationships/slide" Target="slide143.xml"/><Relationship Id="rId97" Type="http://schemas.openxmlformats.org/officeDocument/2006/relationships/slide" Target="slide146.xml"/><Relationship Id="rId98" Type="http://schemas.openxmlformats.org/officeDocument/2006/relationships/slide" Target="slide146.xml"/><Relationship Id="rId99" Type="http://schemas.openxmlformats.org/officeDocument/2006/relationships/slide" Target="slide149.xml"/><Relationship Id="rId100" Type="http://schemas.openxmlformats.org/officeDocument/2006/relationships/slide" Target="slide149.xml"/><Relationship Id="rId101" Type="http://schemas.openxmlformats.org/officeDocument/2006/relationships/slideLayout" Target="../slideLayouts/slideLayout1.xml"/><Relationship Id="rId10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" Target="slide3.xml"/><Relationship Id="rId8" Type="http://schemas.openxmlformats.org/officeDocument/2006/relationships/slide" Target="slide3.xml"/><Relationship Id="rId9" Type="http://schemas.openxmlformats.org/officeDocument/2006/relationships/slide" Target="slide3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4.xml"/><Relationship Id="rId13" Type="http://schemas.openxmlformats.org/officeDocument/2006/relationships/slide" Target="slide4.xml"/><Relationship Id="rId14" Type="http://schemas.openxmlformats.org/officeDocument/2006/relationships/slide" Target="slide4.xml"/><Relationship Id="rId15" Type="http://schemas.openxmlformats.org/officeDocument/2006/relationships/slide" Target="slide4.xml"/><Relationship Id="rId16" Type="http://schemas.openxmlformats.org/officeDocument/2006/relationships/slide" Target="slide4.xml"/><Relationship Id="rId17" Type="http://schemas.openxmlformats.org/officeDocument/2006/relationships/slide" Target="slide4.xml"/><Relationship Id="rId18" Type="http://schemas.openxmlformats.org/officeDocument/2006/relationships/slide" Target="slide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5" Type="http://schemas.openxmlformats.org/officeDocument/2006/relationships/slide" Target="slide7.xml"/><Relationship Id="rId6" Type="http://schemas.openxmlformats.org/officeDocument/2006/relationships/slide" Target="slide7.xml"/><Relationship Id="rId7" Type="http://schemas.openxmlformats.org/officeDocument/2006/relationships/slide" Target="slide7.xml"/><Relationship Id="rId8" Type="http://schemas.openxmlformats.org/officeDocument/2006/relationships/slide" Target="slide7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6.xml"/><Relationship Id="rId12" Type="http://schemas.openxmlformats.org/officeDocument/2006/relationships/slide" Target="slide6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7.xml"/><Relationship Id="rId16" Type="http://schemas.openxmlformats.org/officeDocument/2006/relationships/slide" Target="slide7.xml"/><Relationship Id="rId17" Type="http://schemas.openxmlformats.org/officeDocument/2006/relationships/slide" Target="slide7.xml"/><Relationship Id="rId18" Type="http://schemas.openxmlformats.org/officeDocument/2006/relationships/slide" Target="slide7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10.xml"/><Relationship Id="rId6" Type="http://schemas.openxmlformats.org/officeDocument/2006/relationships/slide" Target="slide10.xml"/><Relationship Id="rId7" Type="http://schemas.openxmlformats.org/officeDocument/2006/relationships/slide" Target="slide10.xml"/><Relationship Id="rId8" Type="http://schemas.openxmlformats.org/officeDocument/2006/relationships/slide" Target="slide10.xml"/><Relationship Id="rId9" Type="http://schemas.openxmlformats.org/officeDocument/2006/relationships/slide" Target="slide10.xml"/><Relationship Id="rId10" Type="http://schemas.openxmlformats.org/officeDocument/2006/relationships/slide" Target="slide10.xml"/><Relationship Id="rId11" Type="http://schemas.openxmlformats.org/officeDocument/2006/relationships/slide" Target="slide10.xml"/><Relationship Id="rId12" Type="http://schemas.openxmlformats.org/officeDocument/2006/relationships/slide" Target="slide10.xml"/><Relationship Id="rId13" Type="http://schemas.openxmlformats.org/officeDocument/2006/relationships/slide" Target="slide10.xml"/><Relationship Id="rId14" Type="http://schemas.openxmlformats.org/officeDocument/2006/relationships/slide" Target="slide10.xml"/><Relationship Id="rId15" Type="http://schemas.openxmlformats.org/officeDocument/2006/relationships/slide" Target="slide9.xml"/><Relationship Id="rId16" Type="http://schemas.openxmlformats.org/officeDocument/2006/relationships/slide" Target="slide9.xml"/><Relationship Id="rId17" Type="http://schemas.openxmlformats.org/officeDocument/2006/relationships/slide" Target="slide9.xml"/><Relationship Id="rId18" Type="http://schemas.openxmlformats.org/officeDocument/2006/relationships/slide" Target="slide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" Target="slide13.xml"/><Relationship Id="rId6" Type="http://schemas.openxmlformats.org/officeDocument/2006/relationships/slide" Target="slide13.xml"/><Relationship Id="rId7" Type="http://schemas.openxmlformats.org/officeDocument/2006/relationships/slide" Target="slide12.xml"/><Relationship Id="rId8" Type="http://schemas.openxmlformats.org/officeDocument/2006/relationships/slide" Target="slide12.xml"/><Relationship Id="rId9" Type="http://schemas.openxmlformats.org/officeDocument/2006/relationships/slide" Target="slide12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3.xml"/><Relationship Id="rId13" Type="http://schemas.openxmlformats.org/officeDocument/2006/relationships/slide" Target="slide13.xml"/><Relationship Id="rId14" Type="http://schemas.openxmlformats.org/officeDocument/2006/relationships/slide" Target="slide13.xml"/><Relationship Id="rId15" Type="http://schemas.openxmlformats.org/officeDocument/2006/relationships/slide" Target="slide13.xml"/><Relationship Id="rId16" Type="http://schemas.openxmlformats.org/officeDocument/2006/relationships/slide" Target="slide13.xml"/><Relationship Id="rId17" Type="http://schemas.openxmlformats.org/officeDocument/2006/relationships/slide" Target="slide13.xml"/><Relationship Id="rId18" Type="http://schemas.openxmlformats.org/officeDocument/2006/relationships/slide" Target="slide13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16.xml"/><Relationship Id="rId6" Type="http://schemas.openxmlformats.org/officeDocument/2006/relationships/slide" Target="slide16.xml"/><Relationship Id="rId7" Type="http://schemas.openxmlformats.org/officeDocument/2006/relationships/slide" Target="slide16.xml"/><Relationship Id="rId8" Type="http://schemas.openxmlformats.org/officeDocument/2006/relationships/slide" Target="slide16.xml"/><Relationship Id="rId9" Type="http://schemas.openxmlformats.org/officeDocument/2006/relationships/slide" Target="slide16.xml"/><Relationship Id="rId10" Type="http://schemas.openxmlformats.org/officeDocument/2006/relationships/slide" Target="slide16.xml"/><Relationship Id="rId11" Type="http://schemas.openxmlformats.org/officeDocument/2006/relationships/slide" Target="slide15.xml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6.xml"/><Relationship Id="rId17" Type="http://schemas.openxmlformats.org/officeDocument/2006/relationships/slide" Target="slide16.xml"/><Relationship Id="rId18" Type="http://schemas.openxmlformats.org/officeDocument/2006/relationships/slide" Target="slide1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" Target="slide19.xml"/><Relationship Id="rId6" Type="http://schemas.openxmlformats.org/officeDocument/2006/relationships/slide" Target="slide19.xml"/><Relationship Id="rId7" Type="http://schemas.openxmlformats.org/officeDocument/2006/relationships/slide" Target="slide18.xml"/><Relationship Id="rId8" Type="http://schemas.openxmlformats.org/officeDocument/2006/relationships/slide" Target="slide18.xml"/><Relationship Id="rId9" Type="http://schemas.openxmlformats.org/officeDocument/2006/relationships/slide" Target="slide18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19.xml"/><Relationship Id="rId13" Type="http://schemas.openxmlformats.org/officeDocument/2006/relationships/slide" Target="slide19.xml"/><Relationship Id="rId14" Type="http://schemas.openxmlformats.org/officeDocument/2006/relationships/slide" Target="slide19.xml"/><Relationship Id="rId15" Type="http://schemas.openxmlformats.org/officeDocument/2006/relationships/slide" Target="slide19.xml"/><Relationship Id="rId16" Type="http://schemas.openxmlformats.org/officeDocument/2006/relationships/slide" Target="slide19.xml"/><Relationship Id="rId17" Type="http://schemas.openxmlformats.org/officeDocument/2006/relationships/slide" Target="slide19.xml"/><Relationship Id="rId18" Type="http://schemas.openxmlformats.org/officeDocument/2006/relationships/slide" Target="slide1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22.xml"/><Relationship Id="rId4" Type="http://schemas.openxmlformats.org/officeDocument/2006/relationships/slide" Target="slide22.xml"/><Relationship Id="rId5" Type="http://schemas.openxmlformats.org/officeDocument/2006/relationships/slide" Target="slide22.xml"/><Relationship Id="rId6" Type="http://schemas.openxmlformats.org/officeDocument/2006/relationships/slide" Target="slide22.xml"/><Relationship Id="rId7" Type="http://schemas.openxmlformats.org/officeDocument/2006/relationships/slide" Target="slide22.xml"/><Relationship Id="rId8" Type="http://schemas.openxmlformats.org/officeDocument/2006/relationships/slide" Target="slide22.xml"/><Relationship Id="rId9" Type="http://schemas.openxmlformats.org/officeDocument/2006/relationships/slide" Target="slide22.xml"/><Relationship Id="rId10" Type="http://schemas.openxmlformats.org/officeDocument/2006/relationships/slide" Target="slide22.xml"/><Relationship Id="rId11" Type="http://schemas.openxmlformats.org/officeDocument/2006/relationships/slide" Target="slide21.xml"/><Relationship Id="rId12" Type="http://schemas.openxmlformats.org/officeDocument/2006/relationships/slide" Target="slide21.xml"/><Relationship Id="rId13" Type="http://schemas.openxmlformats.org/officeDocument/2006/relationships/slide" Target="slide21.xml"/><Relationship Id="rId14" Type="http://schemas.openxmlformats.org/officeDocument/2006/relationships/slide" Target="slide21.xml"/><Relationship Id="rId15" Type="http://schemas.openxmlformats.org/officeDocument/2006/relationships/slide" Target="slide22.xml"/><Relationship Id="rId16" Type="http://schemas.openxmlformats.org/officeDocument/2006/relationships/slide" Target="slide22.xml"/><Relationship Id="rId17" Type="http://schemas.openxmlformats.org/officeDocument/2006/relationships/slide" Target="slide22.xml"/><Relationship Id="rId18" Type="http://schemas.openxmlformats.org/officeDocument/2006/relationships/slide" Target="slide22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25.xml"/><Relationship Id="rId4" Type="http://schemas.openxmlformats.org/officeDocument/2006/relationships/slide" Target="slide25.xml"/><Relationship Id="rId5" Type="http://schemas.openxmlformats.org/officeDocument/2006/relationships/slide" Target="slide25.xml"/><Relationship Id="rId6" Type="http://schemas.openxmlformats.org/officeDocument/2006/relationships/slide" Target="slide25.xml"/><Relationship Id="rId7" Type="http://schemas.openxmlformats.org/officeDocument/2006/relationships/slide" Target="slide25.xml"/><Relationship Id="rId8" Type="http://schemas.openxmlformats.org/officeDocument/2006/relationships/slide" Target="slide25.xml"/><Relationship Id="rId9" Type="http://schemas.openxmlformats.org/officeDocument/2006/relationships/slide" Target="slide25.xml"/><Relationship Id="rId10" Type="http://schemas.openxmlformats.org/officeDocument/2006/relationships/slide" Target="slide25.xml"/><Relationship Id="rId11" Type="http://schemas.openxmlformats.org/officeDocument/2006/relationships/slide" Target="slide25.xml"/><Relationship Id="rId12" Type="http://schemas.openxmlformats.org/officeDocument/2006/relationships/slide" Target="slide25.xml"/><Relationship Id="rId13" Type="http://schemas.openxmlformats.org/officeDocument/2006/relationships/slide" Target="slide25.xml"/><Relationship Id="rId14" Type="http://schemas.openxmlformats.org/officeDocument/2006/relationships/slide" Target="slide25.xml"/><Relationship Id="rId15" Type="http://schemas.openxmlformats.org/officeDocument/2006/relationships/slide" Target="slide24.xml"/><Relationship Id="rId16" Type="http://schemas.openxmlformats.org/officeDocument/2006/relationships/slide" Target="slide24.xml"/><Relationship Id="rId17" Type="http://schemas.openxmlformats.org/officeDocument/2006/relationships/slide" Target="slide24.xml"/><Relationship Id="rId18" Type="http://schemas.openxmlformats.org/officeDocument/2006/relationships/slide" Target="slide2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2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27.xml"/><Relationship Id="rId4" Type="http://schemas.openxmlformats.org/officeDocument/2006/relationships/slide" Target="slide27.xml"/><Relationship Id="rId5" Type="http://schemas.openxmlformats.org/officeDocument/2006/relationships/slide" Target="slide27.xml"/><Relationship Id="rId6" Type="http://schemas.openxmlformats.org/officeDocument/2006/relationships/slide" Target="slide27.xml"/><Relationship Id="rId7" Type="http://schemas.openxmlformats.org/officeDocument/2006/relationships/slide" Target="slide28.xml"/><Relationship Id="rId8" Type="http://schemas.openxmlformats.org/officeDocument/2006/relationships/slide" Target="slide28.xml"/><Relationship Id="rId9" Type="http://schemas.openxmlformats.org/officeDocument/2006/relationships/slide" Target="slide28.xml"/><Relationship Id="rId10" Type="http://schemas.openxmlformats.org/officeDocument/2006/relationships/slide" Target="slide28.xml"/><Relationship Id="rId11" Type="http://schemas.openxmlformats.org/officeDocument/2006/relationships/slide" Target="slide28.xml"/><Relationship Id="rId12" Type="http://schemas.openxmlformats.org/officeDocument/2006/relationships/slide" Target="slide28.xml"/><Relationship Id="rId13" Type="http://schemas.openxmlformats.org/officeDocument/2006/relationships/slide" Target="slide28.xml"/><Relationship Id="rId14" Type="http://schemas.openxmlformats.org/officeDocument/2006/relationships/slide" Target="slide28.xml"/><Relationship Id="rId15" Type="http://schemas.openxmlformats.org/officeDocument/2006/relationships/slide" Target="slide28.xml"/><Relationship Id="rId16" Type="http://schemas.openxmlformats.org/officeDocument/2006/relationships/slide" Target="slide28.xml"/><Relationship Id="rId17" Type="http://schemas.openxmlformats.org/officeDocument/2006/relationships/slide" Target="slide28.xml"/><Relationship Id="rId18" Type="http://schemas.openxmlformats.org/officeDocument/2006/relationships/slide" Target="slide28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2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2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1.xml"/><Relationship Id="rId4" Type="http://schemas.openxmlformats.org/officeDocument/2006/relationships/slide" Target="slide31.xml"/><Relationship Id="rId5" Type="http://schemas.openxmlformats.org/officeDocument/2006/relationships/slide" Target="slide31.xml"/><Relationship Id="rId6" Type="http://schemas.openxmlformats.org/officeDocument/2006/relationships/slide" Target="slide31.xml"/><Relationship Id="rId7" Type="http://schemas.openxmlformats.org/officeDocument/2006/relationships/slide" Target="slide31.xml"/><Relationship Id="rId8" Type="http://schemas.openxmlformats.org/officeDocument/2006/relationships/slide" Target="slide31.xml"/><Relationship Id="rId9" Type="http://schemas.openxmlformats.org/officeDocument/2006/relationships/slide" Target="slide31.xml"/><Relationship Id="rId10" Type="http://schemas.openxmlformats.org/officeDocument/2006/relationships/slide" Target="slide31.xml"/><Relationship Id="rId11" Type="http://schemas.openxmlformats.org/officeDocument/2006/relationships/slide" Target="slide30.xml"/><Relationship Id="rId12" Type="http://schemas.openxmlformats.org/officeDocument/2006/relationships/slide" Target="slide30.xml"/><Relationship Id="rId13" Type="http://schemas.openxmlformats.org/officeDocument/2006/relationships/slide" Target="slide30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31.xml"/><Relationship Id="rId17" Type="http://schemas.openxmlformats.org/officeDocument/2006/relationships/slide" Target="slide31.xml"/><Relationship Id="rId18" Type="http://schemas.openxmlformats.org/officeDocument/2006/relationships/slide" Target="slide31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2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4.xml"/><Relationship Id="rId4" Type="http://schemas.openxmlformats.org/officeDocument/2006/relationships/slide" Target="slide34.xml"/><Relationship Id="rId5" Type="http://schemas.openxmlformats.org/officeDocument/2006/relationships/slide" Target="slide34.xml"/><Relationship Id="rId6" Type="http://schemas.openxmlformats.org/officeDocument/2006/relationships/slide" Target="slide34.xml"/><Relationship Id="rId7" Type="http://schemas.openxmlformats.org/officeDocument/2006/relationships/slide" Target="slide34.xml"/><Relationship Id="rId8" Type="http://schemas.openxmlformats.org/officeDocument/2006/relationships/slide" Target="slide34.xml"/><Relationship Id="rId9" Type="http://schemas.openxmlformats.org/officeDocument/2006/relationships/slide" Target="slide34.xml"/><Relationship Id="rId10" Type="http://schemas.openxmlformats.org/officeDocument/2006/relationships/slide" Target="slide34.xml"/><Relationship Id="rId11" Type="http://schemas.openxmlformats.org/officeDocument/2006/relationships/slide" Target="slide33.xml"/><Relationship Id="rId12" Type="http://schemas.openxmlformats.org/officeDocument/2006/relationships/slide" Target="slide33.xml"/><Relationship Id="rId13" Type="http://schemas.openxmlformats.org/officeDocument/2006/relationships/slide" Target="slide33.xml"/><Relationship Id="rId14" Type="http://schemas.openxmlformats.org/officeDocument/2006/relationships/slide" Target="slide33.xml"/><Relationship Id="rId15" Type="http://schemas.openxmlformats.org/officeDocument/2006/relationships/slide" Target="slide34.xml"/><Relationship Id="rId16" Type="http://schemas.openxmlformats.org/officeDocument/2006/relationships/slide" Target="slide34.xml"/><Relationship Id="rId17" Type="http://schemas.openxmlformats.org/officeDocument/2006/relationships/slide" Target="slide34.xml"/><Relationship Id="rId18" Type="http://schemas.openxmlformats.org/officeDocument/2006/relationships/slide" Target="slide3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3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7.xml"/><Relationship Id="rId4" Type="http://schemas.openxmlformats.org/officeDocument/2006/relationships/slide" Target="slide37.xml"/><Relationship Id="rId5" Type="http://schemas.openxmlformats.org/officeDocument/2006/relationships/slide" Target="slide37.xml"/><Relationship Id="rId6" Type="http://schemas.openxmlformats.org/officeDocument/2006/relationships/slide" Target="slide37.xml"/><Relationship Id="rId7" Type="http://schemas.openxmlformats.org/officeDocument/2006/relationships/slide" Target="slide37.xml"/><Relationship Id="rId8" Type="http://schemas.openxmlformats.org/officeDocument/2006/relationships/slide" Target="slide37.xml"/><Relationship Id="rId9" Type="http://schemas.openxmlformats.org/officeDocument/2006/relationships/slide" Target="slide37.xml"/><Relationship Id="rId10" Type="http://schemas.openxmlformats.org/officeDocument/2006/relationships/slide" Target="slide37.xml"/><Relationship Id="rId11" Type="http://schemas.openxmlformats.org/officeDocument/2006/relationships/slide" Target="slide37.xml"/><Relationship Id="rId12" Type="http://schemas.openxmlformats.org/officeDocument/2006/relationships/slide" Target="slide37.xml"/><Relationship Id="rId13" Type="http://schemas.openxmlformats.org/officeDocument/2006/relationships/slide" Target="slide37.xml"/><Relationship Id="rId14" Type="http://schemas.openxmlformats.org/officeDocument/2006/relationships/slide" Target="slide37.xml"/><Relationship Id="rId15" Type="http://schemas.openxmlformats.org/officeDocument/2006/relationships/slide" Target="slide36.xml"/><Relationship Id="rId16" Type="http://schemas.openxmlformats.org/officeDocument/2006/relationships/slide" Target="slide36.xml"/><Relationship Id="rId17" Type="http://schemas.openxmlformats.org/officeDocument/2006/relationships/slide" Target="slide36.xml"/><Relationship Id="rId18" Type="http://schemas.openxmlformats.org/officeDocument/2006/relationships/slide" Target="slide3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3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0.xml"/><Relationship Id="rId6" Type="http://schemas.openxmlformats.org/officeDocument/2006/relationships/slide" Target="slide40.xml"/><Relationship Id="rId7" Type="http://schemas.openxmlformats.org/officeDocument/2006/relationships/slide" Target="slide39.xml"/><Relationship Id="rId8" Type="http://schemas.openxmlformats.org/officeDocument/2006/relationships/slide" Target="slide39.xml"/><Relationship Id="rId9" Type="http://schemas.openxmlformats.org/officeDocument/2006/relationships/slide" Target="slide39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0.xml"/><Relationship Id="rId13" Type="http://schemas.openxmlformats.org/officeDocument/2006/relationships/slide" Target="slide40.xml"/><Relationship Id="rId14" Type="http://schemas.openxmlformats.org/officeDocument/2006/relationships/slide" Target="slide40.xml"/><Relationship Id="rId15" Type="http://schemas.openxmlformats.org/officeDocument/2006/relationships/slide" Target="slide40.xml"/><Relationship Id="rId16" Type="http://schemas.openxmlformats.org/officeDocument/2006/relationships/slide" Target="slide40.xml"/><Relationship Id="rId17" Type="http://schemas.openxmlformats.org/officeDocument/2006/relationships/slide" Target="slide40.xml"/><Relationship Id="rId18" Type="http://schemas.openxmlformats.org/officeDocument/2006/relationships/slide" Target="slide40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41.xml"/><Relationship Id="rId2" Type="http://schemas.openxmlformats.org/officeDocument/2006/relationships/slide" Target="slide4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43.xml"/><Relationship Id="rId4" Type="http://schemas.openxmlformats.org/officeDocument/2006/relationships/slide" Target="slide43.xml"/><Relationship Id="rId5" Type="http://schemas.openxmlformats.org/officeDocument/2006/relationships/slide" Target="slide43.xml"/><Relationship Id="rId6" Type="http://schemas.openxmlformats.org/officeDocument/2006/relationships/slide" Target="slide43.xml"/><Relationship Id="rId7" Type="http://schemas.openxmlformats.org/officeDocument/2006/relationships/slide" Target="slide43.xml"/><Relationship Id="rId8" Type="http://schemas.openxmlformats.org/officeDocument/2006/relationships/slide" Target="slide43.xml"/><Relationship Id="rId9" Type="http://schemas.openxmlformats.org/officeDocument/2006/relationships/slide" Target="slide43.xml"/><Relationship Id="rId10" Type="http://schemas.openxmlformats.org/officeDocument/2006/relationships/slide" Target="slide43.xml"/><Relationship Id="rId11" Type="http://schemas.openxmlformats.org/officeDocument/2006/relationships/slide" Target="slide42.xml"/><Relationship Id="rId12" Type="http://schemas.openxmlformats.org/officeDocument/2006/relationships/slide" Target="slide42.xml"/><Relationship Id="rId13" Type="http://schemas.openxmlformats.org/officeDocument/2006/relationships/slide" Target="slide42.xml"/><Relationship Id="rId14" Type="http://schemas.openxmlformats.org/officeDocument/2006/relationships/slide" Target="slide42.xml"/><Relationship Id="rId15" Type="http://schemas.openxmlformats.org/officeDocument/2006/relationships/slide" Target="slide43.xml"/><Relationship Id="rId16" Type="http://schemas.openxmlformats.org/officeDocument/2006/relationships/slide" Target="slide43.xml"/><Relationship Id="rId17" Type="http://schemas.openxmlformats.org/officeDocument/2006/relationships/slide" Target="slide43.xml"/><Relationship Id="rId18" Type="http://schemas.openxmlformats.org/officeDocument/2006/relationships/slide" Target="slide43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4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41.xml"/><Relationship Id="rId2" Type="http://schemas.openxmlformats.org/officeDocument/2006/relationships/slide" Target="slide4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46.xml"/><Relationship Id="rId4" Type="http://schemas.openxmlformats.org/officeDocument/2006/relationships/slide" Target="slide46.xml"/><Relationship Id="rId5" Type="http://schemas.openxmlformats.org/officeDocument/2006/relationships/slide" Target="slide46.xml"/><Relationship Id="rId6" Type="http://schemas.openxmlformats.org/officeDocument/2006/relationships/slide" Target="slide46.xml"/><Relationship Id="rId7" Type="http://schemas.openxmlformats.org/officeDocument/2006/relationships/slide" Target="slide46.xml"/><Relationship Id="rId8" Type="http://schemas.openxmlformats.org/officeDocument/2006/relationships/slide" Target="slide46.xml"/><Relationship Id="rId9" Type="http://schemas.openxmlformats.org/officeDocument/2006/relationships/slide" Target="slide46.xml"/><Relationship Id="rId10" Type="http://schemas.openxmlformats.org/officeDocument/2006/relationships/slide" Target="slide46.xml"/><Relationship Id="rId11" Type="http://schemas.openxmlformats.org/officeDocument/2006/relationships/slide" Target="slide45.xml"/><Relationship Id="rId12" Type="http://schemas.openxmlformats.org/officeDocument/2006/relationships/slide" Target="slide45.xml"/><Relationship Id="rId13" Type="http://schemas.openxmlformats.org/officeDocument/2006/relationships/slide" Target="slide45.xml"/><Relationship Id="rId14" Type="http://schemas.openxmlformats.org/officeDocument/2006/relationships/slide" Target="slide45.xml"/><Relationship Id="rId15" Type="http://schemas.openxmlformats.org/officeDocument/2006/relationships/slide" Target="slide46.xml"/><Relationship Id="rId16" Type="http://schemas.openxmlformats.org/officeDocument/2006/relationships/slide" Target="slide46.xml"/><Relationship Id="rId17" Type="http://schemas.openxmlformats.org/officeDocument/2006/relationships/slide" Target="slide46.xml"/><Relationship Id="rId18" Type="http://schemas.openxmlformats.org/officeDocument/2006/relationships/slide" Target="slide4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7.xml"/><Relationship Id="rId2" Type="http://schemas.openxmlformats.org/officeDocument/2006/relationships/slide" Target="slide4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4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49.xml"/><Relationship Id="rId4" Type="http://schemas.openxmlformats.org/officeDocument/2006/relationships/slide" Target="slide49.xml"/><Relationship Id="rId5" Type="http://schemas.openxmlformats.org/officeDocument/2006/relationships/slide" Target="slide49.xml"/><Relationship Id="rId6" Type="http://schemas.openxmlformats.org/officeDocument/2006/relationships/slide" Target="slide49.xml"/><Relationship Id="rId7" Type="http://schemas.openxmlformats.org/officeDocument/2006/relationships/slide" Target="slide49.xml"/><Relationship Id="rId8" Type="http://schemas.openxmlformats.org/officeDocument/2006/relationships/slide" Target="slide49.xml"/><Relationship Id="rId9" Type="http://schemas.openxmlformats.org/officeDocument/2006/relationships/slide" Target="slide49.xml"/><Relationship Id="rId10" Type="http://schemas.openxmlformats.org/officeDocument/2006/relationships/slide" Target="slide49.xml"/><Relationship Id="rId11" Type="http://schemas.openxmlformats.org/officeDocument/2006/relationships/slide" Target="slide48.xml"/><Relationship Id="rId12" Type="http://schemas.openxmlformats.org/officeDocument/2006/relationships/slide" Target="slide48.xml"/><Relationship Id="rId13" Type="http://schemas.openxmlformats.org/officeDocument/2006/relationships/slide" Target="slide48.xml"/><Relationship Id="rId14" Type="http://schemas.openxmlformats.org/officeDocument/2006/relationships/slide" Target="slide48.xml"/><Relationship Id="rId15" Type="http://schemas.openxmlformats.org/officeDocument/2006/relationships/slide" Target="slide49.xml"/><Relationship Id="rId16" Type="http://schemas.openxmlformats.org/officeDocument/2006/relationships/slide" Target="slide49.xml"/><Relationship Id="rId17" Type="http://schemas.openxmlformats.org/officeDocument/2006/relationships/slide" Target="slide49.xml"/><Relationship Id="rId18" Type="http://schemas.openxmlformats.org/officeDocument/2006/relationships/slide" Target="slide4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47.xml"/><Relationship Id="rId2" Type="http://schemas.openxmlformats.org/officeDocument/2006/relationships/slide" Target="slide4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52.xml"/><Relationship Id="rId6" Type="http://schemas.openxmlformats.org/officeDocument/2006/relationships/slide" Target="slide52.xml"/><Relationship Id="rId7" Type="http://schemas.openxmlformats.org/officeDocument/2006/relationships/slide" Target="slide52.xml"/><Relationship Id="rId8" Type="http://schemas.openxmlformats.org/officeDocument/2006/relationships/slide" Target="slide52.xml"/><Relationship Id="rId9" Type="http://schemas.openxmlformats.org/officeDocument/2006/relationships/slide" Target="slide52.xml"/><Relationship Id="rId10" Type="http://schemas.openxmlformats.org/officeDocument/2006/relationships/slide" Target="slide52.xml"/><Relationship Id="rId11" Type="http://schemas.openxmlformats.org/officeDocument/2006/relationships/slide" Target="slide51.xml"/><Relationship Id="rId12" Type="http://schemas.openxmlformats.org/officeDocument/2006/relationships/slide" Target="slide51.xml"/><Relationship Id="rId13" Type="http://schemas.openxmlformats.org/officeDocument/2006/relationships/slide" Target="slide51.xml"/><Relationship Id="rId14" Type="http://schemas.openxmlformats.org/officeDocument/2006/relationships/slide" Target="slide51.xml"/><Relationship Id="rId15" Type="http://schemas.openxmlformats.org/officeDocument/2006/relationships/slide" Target="slide52.xml"/><Relationship Id="rId16" Type="http://schemas.openxmlformats.org/officeDocument/2006/relationships/slide" Target="slide52.xml"/><Relationship Id="rId17" Type="http://schemas.openxmlformats.org/officeDocument/2006/relationships/slide" Target="slide52.xml"/><Relationship Id="rId18" Type="http://schemas.openxmlformats.org/officeDocument/2006/relationships/slide" Target="slide52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53.xml"/><Relationship Id="rId2" Type="http://schemas.openxmlformats.org/officeDocument/2006/relationships/slide" Target="slide5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54.xml"/><Relationship Id="rId4" Type="http://schemas.openxmlformats.org/officeDocument/2006/relationships/slide" Target="slide54.xml"/><Relationship Id="rId5" Type="http://schemas.openxmlformats.org/officeDocument/2006/relationships/slide" Target="slide54.xml"/><Relationship Id="rId6" Type="http://schemas.openxmlformats.org/officeDocument/2006/relationships/slide" Target="slide54.xml"/><Relationship Id="rId7" Type="http://schemas.openxmlformats.org/officeDocument/2006/relationships/slide" Target="slide55.xml"/><Relationship Id="rId8" Type="http://schemas.openxmlformats.org/officeDocument/2006/relationships/slide" Target="slide55.xml"/><Relationship Id="rId9" Type="http://schemas.openxmlformats.org/officeDocument/2006/relationships/slide" Target="slide55.xml"/><Relationship Id="rId10" Type="http://schemas.openxmlformats.org/officeDocument/2006/relationships/slide" Target="slide55.xml"/><Relationship Id="rId11" Type="http://schemas.openxmlformats.org/officeDocument/2006/relationships/slide" Target="slide55.xml"/><Relationship Id="rId12" Type="http://schemas.openxmlformats.org/officeDocument/2006/relationships/slide" Target="slide55.xml"/><Relationship Id="rId13" Type="http://schemas.openxmlformats.org/officeDocument/2006/relationships/slide" Target="slide55.xml"/><Relationship Id="rId14" Type="http://schemas.openxmlformats.org/officeDocument/2006/relationships/slide" Target="slide55.xml"/><Relationship Id="rId15" Type="http://schemas.openxmlformats.org/officeDocument/2006/relationships/slide" Target="slide55.xml"/><Relationship Id="rId16" Type="http://schemas.openxmlformats.org/officeDocument/2006/relationships/slide" Target="slide55.xml"/><Relationship Id="rId17" Type="http://schemas.openxmlformats.org/officeDocument/2006/relationships/slide" Target="slide55.xml"/><Relationship Id="rId18" Type="http://schemas.openxmlformats.org/officeDocument/2006/relationships/slide" Target="slide55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56.xml"/><Relationship Id="rId2" Type="http://schemas.openxmlformats.org/officeDocument/2006/relationships/slide" Target="slide5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53.xml"/><Relationship Id="rId2" Type="http://schemas.openxmlformats.org/officeDocument/2006/relationships/slide" Target="slide5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58.xml"/><Relationship Id="rId4" Type="http://schemas.openxmlformats.org/officeDocument/2006/relationships/slide" Target="slide58.xml"/><Relationship Id="rId5" Type="http://schemas.openxmlformats.org/officeDocument/2006/relationships/slide" Target="slide58.xml"/><Relationship Id="rId6" Type="http://schemas.openxmlformats.org/officeDocument/2006/relationships/slide" Target="slide58.xml"/><Relationship Id="rId7" Type="http://schemas.openxmlformats.org/officeDocument/2006/relationships/slide" Target="slide58.xml"/><Relationship Id="rId8" Type="http://schemas.openxmlformats.org/officeDocument/2006/relationships/slide" Target="slide58.xml"/><Relationship Id="rId9" Type="http://schemas.openxmlformats.org/officeDocument/2006/relationships/slide" Target="slide58.xml"/><Relationship Id="rId10" Type="http://schemas.openxmlformats.org/officeDocument/2006/relationships/slide" Target="slide58.xml"/><Relationship Id="rId11" Type="http://schemas.openxmlformats.org/officeDocument/2006/relationships/slide" Target="slide57.xml"/><Relationship Id="rId12" Type="http://schemas.openxmlformats.org/officeDocument/2006/relationships/slide" Target="slide57.xml"/><Relationship Id="rId13" Type="http://schemas.openxmlformats.org/officeDocument/2006/relationships/slide" Target="slide57.xml"/><Relationship Id="rId14" Type="http://schemas.openxmlformats.org/officeDocument/2006/relationships/slide" Target="slide57.xml"/><Relationship Id="rId15" Type="http://schemas.openxmlformats.org/officeDocument/2006/relationships/slide" Target="slide58.xml"/><Relationship Id="rId16" Type="http://schemas.openxmlformats.org/officeDocument/2006/relationships/slide" Target="slide58.xml"/><Relationship Id="rId17" Type="http://schemas.openxmlformats.org/officeDocument/2006/relationships/slide" Target="slide58.xml"/><Relationship Id="rId18" Type="http://schemas.openxmlformats.org/officeDocument/2006/relationships/slide" Target="slide58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" Target="slide59.xml"/><Relationship Id="rId2" Type="http://schemas.openxmlformats.org/officeDocument/2006/relationships/slide" Target="slide5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" Target="slide56.xml"/><Relationship Id="rId2" Type="http://schemas.openxmlformats.org/officeDocument/2006/relationships/slide" Target="slide5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61.xml"/><Relationship Id="rId4" Type="http://schemas.openxmlformats.org/officeDocument/2006/relationships/slide" Target="slide61.xml"/><Relationship Id="rId5" Type="http://schemas.openxmlformats.org/officeDocument/2006/relationships/slide" Target="slide61.xml"/><Relationship Id="rId6" Type="http://schemas.openxmlformats.org/officeDocument/2006/relationships/slide" Target="slide61.xml"/><Relationship Id="rId7" Type="http://schemas.openxmlformats.org/officeDocument/2006/relationships/slide" Target="slide61.xml"/><Relationship Id="rId8" Type="http://schemas.openxmlformats.org/officeDocument/2006/relationships/slide" Target="slide61.xml"/><Relationship Id="rId9" Type="http://schemas.openxmlformats.org/officeDocument/2006/relationships/slide" Target="slide61.xml"/><Relationship Id="rId10" Type="http://schemas.openxmlformats.org/officeDocument/2006/relationships/slide" Target="slide61.xml"/><Relationship Id="rId11" Type="http://schemas.openxmlformats.org/officeDocument/2006/relationships/slide" Target="slide60.xml"/><Relationship Id="rId12" Type="http://schemas.openxmlformats.org/officeDocument/2006/relationships/slide" Target="slide60.xml"/><Relationship Id="rId13" Type="http://schemas.openxmlformats.org/officeDocument/2006/relationships/slide" Target="slide60.xml"/><Relationship Id="rId14" Type="http://schemas.openxmlformats.org/officeDocument/2006/relationships/slide" Target="slide60.xml"/><Relationship Id="rId15" Type="http://schemas.openxmlformats.org/officeDocument/2006/relationships/slide" Target="slide61.xml"/><Relationship Id="rId16" Type="http://schemas.openxmlformats.org/officeDocument/2006/relationships/slide" Target="slide61.xml"/><Relationship Id="rId17" Type="http://schemas.openxmlformats.org/officeDocument/2006/relationships/slide" Target="slide61.xml"/><Relationship Id="rId18" Type="http://schemas.openxmlformats.org/officeDocument/2006/relationships/slide" Target="slide61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" Target="slide62.xml"/><Relationship Id="rId2" Type="http://schemas.openxmlformats.org/officeDocument/2006/relationships/slide" Target="slide6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" Target="slide59.xml"/><Relationship Id="rId2" Type="http://schemas.openxmlformats.org/officeDocument/2006/relationships/slide" Target="slide5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64.xml"/><Relationship Id="rId6" Type="http://schemas.openxmlformats.org/officeDocument/2006/relationships/slide" Target="slide64.xml"/><Relationship Id="rId7" Type="http://schemas.openxmlformats.org/officeDocument/2006/relationships/slide" Target="slide63.xml"/><Relationship Id="rId8" Type="http://schemas.openxmlformats.org/officeDocument/2006/relationships/slide" Target="slide63.xml"/><Relationship Id="rId9" Type="http://schemas.openxmlformats.org/officeDocument/2006/relationships/slide" Target="slide63.xml"/><Relationship Id="rId10" Type="http://schemas.openxmlformats.org/officeDocument/2006/relationships/slide" Target="slide63.xml"/><Relationship Id="rId11" Type="http://schemas.openxmlformats.org/officeDocument/2006/relationships/slide" Target="slide64.xml"/><Relationship Id="rId12" Type="http://schemas.openxmlformats.org/officeDocument/2006/relationships/slide" Target="slide64.xml"/><Relationship Id="rId13" Type="http://schemas.openxmlformats.org/officeDocument/2006/relationships/slide" Target="slide64.xml"/><Relationship Id="rId14" Type="http://schemas.openxmlformats.org/officeDocument/2006/relationships/slide" Target="slide64.xml"/><Relationship Id="rId15" Type="http://schemas.openxmlformats.org/officeDocument/2006/relationships/slide" Target="slide64.xml"/><Relationship Id="rId16" Type="http://schemas.openxmlformats.org/officeDocument/2006/relationships/slide" Target="slide64.xml"/><Relationship Id="rId17" Type="http://schemas.openxmlformats.org/officeDocument/2006/relationships/slide" Target="slide64.xml"/><Relationship Id="rId18" Type="http://schemas.openxmlformats.org/officeDocument/2006/relationships/slide" Target="slide6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" Target="slide65.xml"/><Relationship Id="rId2" Type="http://schemas.openxmlformats.org/officeDocument/2006/relationships/slide" Target="slide6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" Target="slide62.xml"/><Relationship Id="rId2" Type="http://schemas.openxmlformats.org/officeDocument/2006/relationships/slide" Target="slide6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66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" Target="slide67.xml"/><Relationship Id="rId8" Type="http://schemas.openxmlformats.org/officeDocument/2006/relationships/slide" Target="slide67.xml"/><Relationship Id="rId9" Type="http://schemas.openxmlformats.org/officeDocument/2006/relationships/slide" Target="slide67.xml"/><Relationship Id="rId10" Type="http://schemas.openxmlformats.org/officeDocument/2006/relationships/slide" Target="slide67.xml"/><Relationship Id="rId11" Type="http://schemas.openxmlformats.org/officeDocument/2006/relationships/slide" Target="slide67.xml"/><Relationship Id="rId12" Type="http://schemas.openxmlformats.org/officeDocument/2006/relationships/slide" Target="slide67.xml"/><Relationship Id="rId13" Type="http://schemas.openxmlformats.org/officeDocument/2006/relationships/slide" Target="slide67.xml"/><Relationship Id="rId14" Type="http://schemas.openxmlformats.org/officeDocument/2006/relationships/slide" Target="slide67.xml"/><Relationship Id="rId15" Type="http://schemas.openxmlformats.org/officeDocument/2006/relationships/slide" Target="slide67.xml"/><Relationship Id="rId16" Type="http://schemas.openxmlformats.org/officeDocument/2006/relationships/slide" Target="slide67.xml"/><Relationship Id="rId17" Type="http://schemas.openxmlformats.org/officeDocument/2006/relationships/slide" Target="slide67.xml"/><Relationship Id="rId18" Type="http://schemas.openxmlformats.org/officeDocument/2006/relationships/slide" Target="slide67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" Target="slide68.xml"/><Relationship Id="rId2" Type="http://schemas.openxmlformats.org/officeDocument/2006/relationships/slide" Target="slide6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" Target="slide65.xml"/><Relationship Id="rId2" Type="http://schemas.openxmlformats.org/officeDocument/2006/relationships/slide" Target="slide6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0.xml"/><Relationship Id="rId4" Type="http://schemas.openxmlformats.org/officeDocument/2006/relationships/slide" Target="slide70.xml"/><Relationship Id="rId5" Type="http://schemas.openxmlformats.org/officeDocument/2006/relationships/slide" Target="slide70.xml"/><Relationship Id="rId6" Type="http://schemas.openxmlformats.org/officeDocument/2006/relationships/slide" Target="slide70.xml"/><Relationship Id="rId7" Type="http://schemas.openxmlformats.org/officeDocument/2006/relationships/slide" Target="slide70.xml"/><Relationship Id="rId8" Type="http://schemas.openxmlformats.org/officeDocument/2006/relationships/slide" Target="slide70.xml"/><Relationship Id="rId9" Type="http://schemas.openxmlformats.org/officeDocument/2006/relationships/slide" Target="slide70.xml"/><Relationship Id="rId10" Type="http://schemas.openxmlformats.org/officeDocument/2006/relationships/slide" Target="slide70.xml"/><Relationship Id="rId11" Type="http://schemas.openxmlformats.org/officeDocument/2006/relationships/slide" Target="slide69.xml"/><Relationship Id="rId12" Type="http://schemas.openxmlformats.org/officeDocument/2006/relationships/slide" Target="slide69.xml"/><Relationship Id="rId13" Type="http://schemas.openxmlformats.org/officeDocument/2006/relationships/slide" Target="slide69.xml"/><Relationship Id="rId14" Type="http://schemas.openxmlformats.org/officeDocument/2006/relationships/slide" Target="slide69.xml"/><Relationship Id="rId15" Type="http://schemas.openxmlformats.org/officeDocument/2006/relationships/slide" Target="slide70.xml"/><Relationship Id="rId16" Type="http://schemas.openxmlformats.org/officeDocument/2006/relationships/slide" Target="slide70.xml"/><Relationship Id="rId17" Type="http://schemas.openxmlformats.org/officeDocument/2006/relationships/slide" Target="slide70.xml"/><Relationship Id="rId18" Type="http://schemas.openxmlformats.org/officeDocument/2006/relationships/slide" Target="slide70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" Target="slide71.xml"/><Relationship Id="rId2" Type="http://schemas.openxmlformats.org/officeDocument/2006/relationships/slide" Target="slide7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" Target="slide68.xml"/><Relationship Id="rId2" Type="http://schemas.openxmlformats.org/officeDocument/2006/relationships/slide" Target="slide6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3.xml"/><Relationship Id="rId4" Type="http://schemas.openxmlformats.org/officeDocument/2006/relationships/slide" Target="slide73.xml"/><Relationship Id="rId5" Type="http://schemas.openxmlformats.org/officeDocument/2006/relationships/slide" Target="slide73.xml"/><Relationship Id="rId6" Type="http://schemas.openxmlformats.org/officeDocument/2006/relationships/slide" Target="slide73.xml"/><Relationship Id="rId7" Type="http://schemas.openxmlformats.org/officeDocument/2006/relationships/slide" Target="slide72.xml"/><Relationship Id="rId8" Type="http://schemas.openxmlformats.org/officeDocument/2006/relationships/slide" Target="slide72.xml"/><Relationship Id="rId9" Type="http://schemas.openxmlformats.org/officeDocument/2006/relationships/slide" Target="slide72.xml"/><Relationship Id="rId10" Type="http://schemas.openxmlformats.org/officeDocument/2006/relationships/slide" Target="slide72.xml"/><Relationship Id="rId11" Type="http://schemas.openxmlformats.org/officeDocument/2006/relationships/slide" Target="slide73.xml"/><Relationship Id="rId12" Type="http://schemas.openxmlformats.org/officeDocument/2006/relationships/slide" Target="slide73.xml"/><Relationship Id="rId13" Type="http://schemas.openxmlformats.org/officeDocument/2006/relationships/slide" Target="slide73.xml"/><Relationship Id="rId14" Type="http://schemas.openxmlformats.org/officeDocument/2006/relationships/slide" Target="slide73.xml"/><Relationship Id="rId15" Type="http://schemas.openxmlformats.org/officeDocument/2006/relationships/slide" Target="slide73.xml"/><Relationship Id="rId16" Type="http://schemas.openxmlformats.org/officeDocument/2006/relationships/slide" Target="slide73.xml"/><Relationship Id="rId17" Type="http://schemas.openxmlformats.org/officeDocument/2006/relationships/slide" Target="slide73.xml"/><Relationship Id="rId18" Type="http://schemas.openxmlformats.org/officeDocument/2006/relationships/slide" Target="slide73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" Target="slide74.xml"/><Relationship Id="rId2" Type="http://schemas.openxmlformats.org/officeDocument/2006/relationships/slide" Target="slide7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" Target="slide71.xml"/><Relationship Id="rId2" Type="http://schemas.openxmlformats.org/officeDocument/2006/relationships/slide" Target="slide7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76.xml"/><Relationship Id="rId6" Type="http://schemas.openxmlformats.org/officeDocument/2006/relationships/slide" Target="slide76.xml"/><Relationship Id="rId7" Type="http://schemas.openxmlformats.org/officeDocument/2006/relationships/slide" Target="slide75.xml"/><Relationship Id="rId8" Type="http://schemas.openxmlformats.org/officeDocument/2006/relationships/slide" Target="slide75.xml"/><Relationship Id="rId9" Type="http://schemas.openxmlformats.org/officeDocument/2006/relationships/slide" Target="slide75.xml"/><Relationship Id="rId10" Type="http://schemas.openxmlformats.org/officeDocument/2006/relationships/slide" Target="slide75.xml"/><Relationship Id="rId11" Type="http://schemas.openxmlformats.org/officeDocument/2006/relationships/slide" Target="slide76.xml"/><Relationship Id="rId12" Type="http://schemas.openxmlformats.org/officeDocument/2006/relationships/slide" Target="slide76.xml"/><Relationship Id="rId13" Type="http://schemas.openxmlformats.org/officeDocument/2006/relationships/slide" Target="slide76.xml"/><Relationship Id="rId14" Type="http://schemas.openxmlformats.org/officeDocument/2006/relationships/slide" Target="slide76.xml"/><Relationship Id="rId15" Type="http://schemas.openxmlformats.org/officeDocument/2006/relationships/slide" Target="slide76.xml"/><Relationship Id="rId16" Type="http://schemas.openxmlformats.org/officeDocument/2006/relationships/slide" Target="slide76.xml"/><Relationship Id="rId17" Type="http://schemas.openxmlformats.org/officeDocument/2006/relationships/slide" Target="slide76.xml"/><Relationship Id="rId18" Type="http://schemas.openxmlformats.org/officeDocument/2006/relationships/slide" Target="slide7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" Target="slide77.xml"/><Relationship Id="rId2" Type="http://schemas.openxmlformats.org/officeDocument/2006/relationships/slide" Target="slide7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" Target="slide74.xml"/><Relationship Id="rId2" Type="http://schemas.openxmlformats.org/officeDocument/2006/relationships/slide" Target="slide7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79.xml"/><Relationship Id="rId4" Type="http://schemas.openxmlformats.org/officeDocument/2006/relationships/slide" Target="slide79.xml"/><Relationship Id="rId5" Type="http://schemas.openxmlformats.org/officeDocument/2006/relationships/slide" Target="slide79.xml"/><Relationship Id="rId6" Type="http://schemas.openxmlformats.org/officeDocument/2006/relationships/slide" Target="slide79.xml"/><Relationship Id="rId7" Type="http://schemas.openxmlformats.org/officeDocument/2006/relationships/slide" Target="slide78.xml"/><Relationship Id="rId8" Type="http://schemas.openxmlformats.org/officeDocument/2006/relationships/slide" Target="slide78.xml"/><Relationship Id="rId9" Type="http://schemas.openxmlformats.org/officeDocument/2006/relationships/slide" Target="slide78.xml"/><Relationship Id="rId10" Type="http://schemas.openxmlformats.org/officeDocument/2006/relationships/slide" Target="slide78.xml"/><Relationship Id="rId11" Type="http://schemas.openxmlformats.org/officeDocument/2006/relationships/slide" Target="slide79.xml"/><Relationship Id="rId12" Type="http://schemas.openxmlformats.org/officeDocument/2006/relationships/slide" Target="slide79.xml"/><Relationship Id="rId13" Type="http://schemas.openxmlformats.org/officeDocument/2006/relationships/slide" Target="slide79.xml"/><Relationship Id="rId14" Type="http://schemas.openxmlformats.org/officeDocument/2006/relationships/slide" Target="slide79.xml"/><Relationship Id="rId15" Type="http://schemas.openxmlformats.org/officeDocument/2006/relationships/slide" Target="slide79.xml"/><Relationship Id="rId16" Type="http://schemas.openxmlformats.org/officeDocument/2006/relationships/slide" Target="slide79.xml"/><Relationship Id="rId17" Type="http://schemas.openxmlformats.org/officeDocument/2006/relationships/slide" Target="slide79.xml"/><Relationship Id="rId18" Type="http://schemas.openxmlformats.org/officeDocument/2006/relationships/slide" Target="slide7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" Target="slide80.xml"/><Relationship Id="rId2" Type="http://schemas.openxmlformats.org/officeDocument/2006/relationships/slide" Target="slide8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" Target="slide77.xml"/><Relationship Id="rId2" Type="http://schemas.openxmlformats.org/officeDocument/2006/relationships/slide" Target="slide7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82.xml"/><Relationship Id="rId4" Type="http://schemas.openxmlformats.org/officeDocument/2006/relationships/slide" Target="slide82.xml"/><Relationship Id="rId5" Type="http://schemas.openxmlformats.org/officeDocument/2006/relationships/slide" Target="slide82.xml"/><Relationship Id="rId6" Type="http://schemas.openxmlformats.org/officeDocument/2006/relationships/slide" Target="slide82.xml"/><Relationship Id="rId7" Type="http://schemas.openxmlformats.org/officeDocument/2006/relationships/slide" Target="slide82.xml"/><Relationship Id="rId8" Type="http://schemas.openxmlformats.org/officeDocument/2006/relationships/slide" Target="slide82.xml"/><Relationship Id="rId9" Type="http://schemas.openxmlformats.org/officeDocument/2006/relationships/slide" Target="slide82.xml"/><Relationship Id="rId10" Type="http://schemas.openxmlformats.org/officeDocument/2006/relationships/slide" Target="slide82.xml"/><Relationship Id="rId11" Type="http://schemas.openxmlformats.org/officeDocument/2006/relationships/slide" Target="slide81.xml"/><Relationship Id="rId12" Type="http://schemas.openxmlformats.org/officeDocument/2006/relationships/slide" Target="slide81.xml"/><Relationship Id="rId13" Type="http://schemas.openxmlformats.org/officeDocument/2006/relationships/slide" Target="slide81.xml"/><Relationship Id="rId14" Type="http://schemas.openxmlformats.org/officeDocument/2006/relationships/slide" Target="slide81.xml"/><Relationship Id="rId15" Type="http://schemas.openxmlformats.org/officeDocument/2006/relationships/slide" Target="slide82.xml"/><Relationship Id="rId16" Type="http://schemas.openxmlformats.org/officeDocument/2006/relationships/slide" Target="slide82.xml"/><Relationship Id="rId17" Type="http://schemas.openxmlformats.org/officeDocument/2006/relationships/slide" Target="slide82.xml"/><Relationship Id="rId18" Type="http://schemas.openxmlformats.org/officeDocument/2006/relationships/slide" Target="slide82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" Target="slide83.xml"/><Relationship Id="rId2" Type="http://schemas.openxmlformats.org/officeDocument/2006/relationships/slide" Target="slide8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" Target="slide80.xml"/><Relationship Id="rId2" Type="http://schemas.openxmlformats.org/officeDocument/2006/relationships/slide" Target="slide8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84.xml"/><Relationship Id="rId4" Type="http://schemas.openxmlformats.org/officeDocument/2006/relationships/slide" Target="slide84.xml"/><Relationship Id="rId5" Type="http://schemas.openxmlformats.org/officeDocument/2006/relationships/slide" Target="slide84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slide" Target="slide85.xml"/><Relationship Id="rId9" Type="http://schemas.openxmlformats.org/officeDocument/2006/relationships/slide" Target="slide85.xml"/><Relationship Id="rId10" Type="http://schemas.openxmlformats.org/officeDocument/2006/relationships/slide" Target="slide85.xml"/><Relationship Id="rId11" Type="http://schemas.openxmlformats.org/officeDocument/2006/relationships/slide" Target="slide85.xml"/><Relationship Id="rId12" Type="http://schemas.openxmlformats.org/officeDocument/2006/relationships/slide" Target="slide85.xml"/><Relationship Id="rId13" Type="http://schemas.openxmlformats.org/officeDocument/2006/relationships/slide" Target="slide85.xml"/><Relationship Id="rId14" Type="http://schemas.openxmlformats.org/officeDocument/2006/relationships/slide" Target="slide85.xml"/><Relationship Id="rId15" Type="http://schemas.openxmlformats.org/officeDocument/2006/relationships/slide" Target="slide85.xml"/><Relationship Id="rId16" Type="http://schemas.openxmlformats.org/officeDocument/2006/relationships/slide" Target="slide85.xml"/><Relationship Id="rId17" Type="http://schemas.openxmlformats.org/officeDocument/2006/relationships/slide" Target="slide85.xml"/><Relationship Id="rId18" Type="http://schemas.openxmlformats.org/officeDocument/2006/relationships/slide" Target="slide85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" Target="slide86.xml"/><Relationship Id="rId2" Type="http://schemas.openxmlformats.org/officeDocument/2006/relationships/slide" Target="slide8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" Target="slide83.xml"/><Relationship Id="rId2" Type="http://schemas.openxmlformats.org/officeDocument/2006/relationships/slide" Target="slide8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88.xml"/><Relationship Id="rId4" Type="http://schemas.openxmlformats.org/officeDocument/2006/relationships/slide" Target="slide88.xml"/><Relationship Id="rId5" Type="http://schemas.openxmlformats.org/officeDocument/2006/relationships/slide" Target="slide88.xml"/><Relationship Id="rId6" Type="http://schemas.openxmlformats.org/officeDocument/2006/relationships/slide" Target="slide88.xml"/><Relationship Id="rId7" Type="http://schemas.openxmlformats.org/officeDocument/2006/relationships/slide" Target="slide88.xml"/><Relationship Id="rId8" Type="http://schemas.openxmlformats.org/officeDocument/2006/relationships/slide" Target="slide88.xml"/><Relationship Id="rId9" Type="http://schemas.openxmlformats.org/officeDocument/2006/relationships/slide" Target="slide88.xml"/><Relationship Id="rId10" Type="http://schemas.openxmlformats.org/officeDocument/2006/relationships/slide" Target="slide88.xml"/><Relationship Id="rId11" Type="http://schemas.openxmlformats.org/officeDocument/2006/relationships/slide" Target="slide87.xml"/><Relationship Id="rId12" Type="http://schemas.openxmlformats.org/officeDocument/2006/relationships/slide" Target="slide87.xml"/><Relationship Id="rId13" Type="http://schemas.openxmlformats.org/officeDocument/2006/relationships/slide" Target="slide87.xml"/><Relationship Id="rId14" Type="http://schemas.openxmlformats.org/officeDocument/2006/relationships/slide" Target="slide87.xml"/><Relationship Id="rId15" Type="http://schemas.openxmlformats.org/officeDocument/2006/relationships/slide" Target="slide88.xml"/><Relationship Id="rId16" Type="http://schemas.openxmlformats.org/officeDocument/2006/relationships/slide" Target="slide88.xml"/><Relationship Id="rId17" Type="http://schemas.openxmlformats.org/officeDocument/2006/relationships/slide" Target="slide88.xml"/><Relationship Id="rId18" Type="http://schemas.openxmlformats.org/officeDocument/2006/relationships/slide" Target="slide88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" Target="slide89.xml"/><Relationship Id="rId2" Type="http://schemas.openxmlformats.org/officeDocument/2006/relationships/slide" Target="slide8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" Target="slide86.xml"/><Relationship Id="rId2" Type="http://schemas.openxmlformats.org/officeDocument/2006/relationships/slide" Target="slide8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91.xml"/><Relationship Id="rId4" Type="http://schemas.openxmlformats.org/officeDocument/2006/relationships/slide" Target="slide91.xml"/><Relationship Id="rId5" Type="http://schemas.openxmlformats.org/officeDocument/2006/relationships/slide" Target="slide91.xml"/><Relationship Id="rId6" Type="http://schemas.openxmlformats.org/officeDocument/2006/relationships/slide" Target="slide91.xml"/><Relationship Id="rId7" Type="http://schemas.openxmlformats.org/officeDocument/2006/relationships/slide" Target="slide90.xml"/><Relationship Id="rId8" Type="http://schemas.openxmlformats.org/officeDocument/2006/relationships/slide" Target="slide90.xml"/><Relationship Id="rId9" Type="http://schemas.openxmlformats.org/officeDocument/2006/relationships/slide" Target="slide90.xml"/><Relationship Id="rId10" Type="http://schemas.openxmlformats.org/officeDocument/2006/relationships/slide" Target="slide90.xml"/><Relationship Id="rId11" Type="http://schemas.openxmlformats.org/officeDocument/2006/relationships/slide" Target="slide91.xml"/><Relationship Id="rId12" Type="http://schemas.openxmlformats.org/officeDocument/2006/relationships/slide" Target="slide91.xml"/><Relationship Id="rId13" Type="http://schemas.openxmlformats.org/officeDocument/2006/relationships/slide" Target="slide91.xml"/><Relationship Id="rId14" Type="http://schemas.openxmlformats.org/officeDocument/2006/relationships/slide" Target="slide91.xml"/><Relationship Id="rId15" Type="http://schemas.openxmlformats.org/officeDocument/2006/relationships/slide" Target="slide91.xml"/><Relationship Id="rId16" Type="http://schemas.openxmlformats.org/officeDocument/2006/relationships/slide" Target="slide91.xml"/><Relationship Id="rId17" Type="http://schemas.openxmlformats.org/officeDocument/2006/relationships/slide" Target="slide91.xml"/><Relationship Id="rId18" Type="http://schemas.openxmlformats.org/officeDocument/2006/relationships/slide" Target="slide91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" Target="slide92.xml"/><Relationship Id="rId2" Type="http://schemas.openxmlformats.org/officeDocument/2006/relationships/slide" Target="slide9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" Target="slide89.xml"/><Relationship Id="rId2" Type="http://schemas.openxmlformats.org/officeDocument/2006/relationships/slide" Target="slide8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94.xml"/><Relationship Id="rId4" Type="http://schemas.openxmlformats.org/officeDocument/2006/relationships/slide" Target="slide94.xml"/><Relationship Id="rId5" Type="http://schemas.openxmlformats.org/officeDocument/2006/relationships/slide" Target="slide94.xml"/><Relationship Id="rId6" Type="http://schemas.openxmlformats.org/officeDocument/2006/relationships/slide" Target="slide94.xml"/><Relationship Id="rId7" Type="http://schemas.openxmlformats.org/officeDocument/2006/relationships/slide" Target="slide93.xml"/><Relationship Id="rId8" Type="http://schemas.openxmlformats.org/officeDocument/2006/relationships/slide" Target="slide93.xml"/><Relationship Id="rId9" Type="http://schemas.openxmlformats.org/officeDocument/2006/relationships/slide" Target="slide93.xml"/><Relationship Id="rId10" Type="http://schemas.openxmlformats.org/officeDocument/2006/relationships/slide" Target="slide93.xml"/><Relationship Id="rId11" Type="http://schemas.openxmlformats.org/officeDocument/2006/relationships/slide" Target="slide94.xml"/><Relationship Id="rId12" Type="http://schemas.openxmlformats.org/officeDocument/2006/relationships/slide" Target="slide94.xml"/><Relationship Id="rId13" Type="http://schemas.openxmlformats.org/officeDocument/2006/relationships/slide" Target="slide94.xml"/><Relationship Id="rId14" Type="http://schemas.openxmlformats.org/officeDocument/2006/relationships/slide" Target="slide94.xml"/><Relationship Id="rId15" Type="http://schemas.openxmlformats.org/officeDocument/2006/relationships/slide" Target="slide94.xml"/><Relationship Id="rId16" Type="http://schemas.openxmlformats.org/officeDocument/2006/relationships/slide" Target="slide94.xml"/><Relationship Id="rId17" Type="http://schemas.openxmlformats.org/officeDocument/2006/relationships/slide" Target="slide94.xml"/><Relationship Id="rId18" Type="http://schemas.openxmlformats.org/officeDocument/2006/relationships/slide" Target="slide9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" Target="slide95.xml"/><Relationship Id="rId2" Type="http://schemas.openxmlformats.org/officeDocument/2006/relationships/slide" Target="slide9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" Target="slide92.xml"/><Relationship Id="rId2" Type="http://schemas.openxmlformats.org/officeDocument/2006/relationships/slide" Target="slide9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97.xml"/><Relationship Id="rId4" Type="http://schemas.openxmlformats.org/officeDocument/2006/relationships/slide" Target="slide97.xml"/><Relationship Id="rId5" Type="http://schemas.openxmlformats.org/officeDocument/2006/relationships/slide" Target="slide97.xml"/><Relationship Id="rId6" Type="http://schemas.openxmlformats.org/officeDocument/2006/relationships/slide" Target="slide97.xml"/><Relationship Id="rId7" Type="http://schemas.openxmlformats.org/officeDocument/2006/relationships/slide" Target="slide96.xml"/><Relationship Id="rId8" Type="http://schemas.openxmlformats.org/officeDocument/2006/relationships/slide" Target="slide96.xml"/><Relationship Id="rId9" Type="http://schemas.openxmlformats.org/officeDocument/2006/relationships/slide" Target="slide96.xml"/><Relationship Id="rId10" Type="http://schemas.openxmlformats.org/officeDocument/2006/relationships/slide" Target="slide96.xml"/><Relationship Id="rId11" Type="http://schemas.openxmlformats.org/officeDocument/2006/relationships/slide" Target="slide97.xml"/><Relationship Id="rId12" Type="http://schemas.openxmlformats.org/officeDocument/2006/relationships/slide" Target="slide97.xml"/><Relationship Id="rId13" Type="http://schemas.openxmlformats.org/officeDocument/2006/relationships/slide" Target="slide97.xml"/><Relationship Id="rId14" Type="http://schemas.openxmlformats.org/officeDocument/2006/relationships/slide" Target="slide97.xml"/><Relationship Id="rId15" Type="http://schemas.openxmlformats.org/officeDocument/2006/relationships/slide" Target="slide97.xml"/><Relationship Id="rId16" Type="http://schemas.openxmlformats.org/officeDocument/2006/relationships/slide" Target="slide97.xml"/><Relationship Id="rId17" Type="http://schemas.openxmlformats.org/officeDocument/2006/relationships/slide" Target="slide97.xml"/><Relationship Id="rId18" Type="http://schemas.openxmlformats.org/officeDocument/2006/relationships/slide" Target="slide97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" Target="slide95.xml"/><Relationship Id="rId2" Type="http://schemas.openxmlformats.org/officeDocument/2006/relationships/slide" Target="slide9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00.xml"/><Relationship Id="rId4" Type="http://schemas.openxmlformats.org/officeDocument/2006/relationships/slide" Target="slide100.xml"/><Relationship Id="rId5" Type="http://schemas.openxmlformats.org/officeDocument/2006/relationships/slide" Target="slide100.xml"/><Relationship Id="rId6" Type="http://schemas.openxmlformats.org/officeDocument/2006/relationships/slide" Target="slide100.xml"/><Relationship Id="rId7" Type="http://schemas.openxmlformats.org/officeDocument/2006/relationships/slide" Target="slide99.xml"/><Relationship Id="rId8" Type="http://schemas.openxmlformats.org/officeDocument/2006/relationships/slide" Target="slide99.xml"/><Relationship Id="rId9" Type="http://schemas.openxmlformats.org/officeDocument/2006/relationships/slide" Target="slide99.xml"/><Relationship Id="rId10" Type="http://schemas.openxmlformats.org/officeDocument/2006/relationships/slide" Target="slide99.xml"/><Relationship Id="rId11" Type="http://schemas.openxmlformats.org/officeDocument/2006/relationships/slide" Target="slide100.xml"/><Relationship Id="rId12" Type="http://schemas.openxmlformats.org/officeDocument/2006/relationships/slide" Target="slide100.xml"/><Relationship Id="rId13" Type="http://schemas.openxmlformats.org/officeDocument/2006/relationships/slide" Target="slide100.xml"/><Relationship Id="rId14" Type="http://schemas.openxmlformats.org/officeDocument/2006/relationships/slide" Target="slide100.xml"/><Relationship Id="rId15" Type="http://schemas.openxmlformats.org/officeDocument/2006/relationships/slide" Target="slide100.xml"/><Relationship Id="rId16" Type="http://schemas.openxmlformats.org/officeDocument/2006/relationships/slide" Target="slide100.xml"/><Relationship Id="rId17" Type="http://schemas.openxmlformats.org/officeDocument/2006/relationships/slide" Target="slide100.xml"/><Relationship Id="rId18" Type="http://schemas.openxmlformats.org/officeDocument/2006/relationships/slide" Target="slide100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" Target="slide101.xml"/><Relationship Id="rId2" Type="http://schemas.openxmlformats.org/officeDocument/2006/relationships/slide" Target="slide10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03.xml"/><Relationship Id="rId4" Type="http://schemas.openxmlformats.org/officeDocument/2006/relationships/slide" Target="slide103.xml"/><Relationship Id="rId5" Type="http://schemas.openxmlformats.org/officeDocument/2006/relationships/slide" Target="slide103.xml"/><Relationship Id="rId6" Type="http://schemas.openxmlformats.org/officeDocument/2006/relationships/slide" Target="slide103.xml"/><Relationship Id="rId7" Type="http://schemas.openxmlformats.org/officeDocument/2006/relationships/slide" Target="slide103.xml"/><Relationship Id="rId8" Type="http://schemas.openxmlformats.org/officeDocument/2006/relationships/slide" Target="slide103.xml"/><Relationship Id="rId9" Type="http://schemas.openxmlformats.org/officeDocument/2006/relationships/slide" Target="slide103.xml"/><Relationship Id="rId10" Type="http://schemas.openxmlformats.org/officeDocument/2006/relationships/slide" Target="slide103.xml"/><Relationship Id="rId11" Type="http://schemas.openxmlformats.org/officeDocument/2006/relationships/slide" Target="slide102.xml"/><Relationship Id="rId12" Type="http://schemas.openxmlformats.org/officeDocument/2006/relationships/slide" Target="slide102.xml"/><Relationship Id="rId13" Type="http://schemas.openxmlformats.org/officeDocument/2006/relationships/slide" Target="slide102.xml"/><Relationship Id="rId14" Type="http://schemas.openxmlformats.org/officeDocument/2006/relationships/slide" Target="slide102.xml"/><Relationship Id="rId15" Type="http://schemas.openxmlformats.org/officeDocument/2006/relationships/slide" Target="slide103.xml"/><Relationship Id="rId16" Type="http://schemas.openxmlformats.org/officeDocument/2006/relationships/slide" Target="slide103.xml"/><Relationship Id="rId17" Type="http://schemas.openxmlformats.org/officeDocument/2006/relationships/slide" Target="slide103.xml"/><Relationship Id="rId18" Type="http://schemas.openxmlformats.org/officeDocument/2006/relationships/slide" Target="slide103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" Target="slide104.xml"/><Relationship Id="rId2" Type="http://schemas.openxmlformats.org/officeDocument/2006/relationships/slide" Target="slide10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" Target="slide101.xml"/><Relationship Id="rId2" Type="http://schemas.openxmlformats.org/officeDocument/2006/relationships/slide" Target="slide10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06.xml"/><Relationship Id="rId4" Type="http://schemas.openxmlformats.org/officeDocument/2006/relationships/slide" Target="slide106.xml"/><Relationship Id="rId5" Type="http://schemas.openxmlformats.org/officeDocument/2006/relationships/slide" Target="slide106.xml"/><Relationship Id="rId6" Type="http://schemas.openxmlformats.org/officeDocument/2006/relationships/slide" Target="slide106.xml"/><Relationship Id="rId7" Type="http://schemas.openxmlformats.org/officeDocument/2006/relationships/slide" Target="slide105.xml"/><Relationship Id="rId8" Type="http://schemas.openxmlformats.org/officeDocument/2006/relationships/slide" Target="slide105.xml"/><Relationship Id="rId9" Type="http://schemas.openxmlformats.org/officeDocument/2006/relationships/slide" Target="slide105.xml"/><Relationship Id="rId10" Type="http://schemas.openxmlformats.org/officeDocument/2006/relationships/slide" Target="slide105.xml"/><Relationship Id="rId11" Type="http://schemas.openxmlformats.org/officeDocument/2006/relationships/slide" Target="slide106.xml"/><Relationship Id="rId12" Type="http://schemas.openxmlformats.org/officeDocument/2006/relationships/slide" Target="slide106.xml"/><Relationship Id="rId13" Type="http://schemas.openxmlformats.org/officeDocument/2006/relationships/slide" Target="slide106.xml"/><Relationship Id="rId14" Type="http://schemas.openxmlformats.org/officeDocument/2006/relationships/slide" Target="slide106.xml"/><Relationship Id="rId15" Type="http://schemas.openxmlformats.org/officeDocument/2006/relationships/slide" Target="slide106.xml"/><Relationship Id="rId16" Type="http://schemas.openxmlformats.org/officeDocument/2006/relationships/slide" Target="slide106.xml"/><Relationship Id="rId17" Type="http://schemas.openxmlformats.org/officeDocument/2006/relationships/slide" Target="slide106.xml"/><Relationship Id="rId18" Type="http://schemas.openxmlformats.org/officeDocument/2006/relationships/slide" Target="slide10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" Target="slide107.xml"/><Relationship Id="rId2" Type="http://schemas.openxmlformats.org/officeDocument/2006/relationships/slide" Target="slide10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" Target="slide104.xml"/><Relationship Id="rId2" Type="http://schemas.openxmlformats.org/officeDocument/2006/relationships/slide" Target="slide10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08.xml"/><Relationship Id="rId4" Type="http://schemas.openxmlformats.org/officeDocument/2006/relationships/slide" Target="slide108.xml"/><Relationship Id="rId5" Type="http://schemas.openxmlformats.org/officeDocument/2006/relationships/slide" Target="slide108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slide" Target="slide109.xml"/><Relationship Id="rId9" Type="http://schemas.openxmlformats.org/officeDocument/2006/relationships/slide" Target="slide109.xml"/><Relationship Id="rId10" Type="http://schemas.openxmlformats.org/officeDocument/2006/relationships/slide" Target="slide109.xml"/><Relationship Id="rId11" Type="http://schemas.openxmlformats.org/officeDocument/2006/relationships/slide" Target="slide109.xml"/><Relationship Id="rId12" Type="http://schemas.openxmlformats.org/officeDocument/2006/relationships/slide" Target="slide109.xml"/><Relationship Id="rId13" Type="http://schemas.openxmlformats.org/officeDocument/2006/relationships/slide" Target="slide109.xml"/><Relationship Id="rId14" Type="http://schemas.openxmlformats.org/officeDocument/2006/relationships/slide" Target="slide109.xml"/><Relationship Id="rId15" Type="http://schemas.openxmlformats.org/officeDocument/2006/relationships/slide" Target="slide109.xml"/><Relationship Id="rId16" Type="http://schemas.openxmlformats.org/officeDocument/2006/relationships/slide" Target="slide109.xml"/><Relationship Id="rId17" Type="http://schemas.openxmlformats.org/officeDocument/2006/relationships/slide" Target="slide109.xml"/><Relationship Id="rId18" Type="http://schemas.openxmlformats.org/officeDocument/2006/relationships/slide" Target="slide10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" Target="slide110.xml"/><Relationship Id="rId2" Type="http://schemas.openxmlformats.org/officeDocument/2006/relationships/slide" Target="slide11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" Target="slide107.xml"/><Relationship Id="rId2" Type="http://schemas.openxmlformats.org/officeDocument/2006/relationships/slide" Target="slide10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12.xml"/><Relationship Id="rId4" Type="http://schemas.openxmlformats.org/officeDocument/2006/relationships/slide" Target="slide112.xml"/><Relationship Id="rId5" Type="http://schemas.openxmlformats.org/officeDocument/2006/relationships/slide" Target="slide112.xml"/><Relationship Id="rId6" Type="http://schemas.openxmlformats.org/officeDocument/2006/relationships/slide" Target="slide112.xml"/><Relationship Id="rId7" Type="http://schemas.openxmlformats.org/officeDocument/2006/relationships/slide" Target="slide112.xml"/><Relationship Id="rId8" Type="http://schemas.openxmlformats.org/officeDocument/2006/relationships/slide" Target="slide112.xml"/><Relationship Id="rId9" Type="http://schemas.openxmlformats.org/officeDocument/2006/relationships/slide" Target="slide112.xml"/><Relationship Id="rId10" Type="http://schemas.openxmlformats.org/officeDocument/2006/relationships/slide" Target="slide112.xml"/><Relationship Id="rId11" Type="http://schemas.openxmlformats.org/officeDocument/2006/relationships/slide" Target="slide111.xml"/><Relationship Id="rId12" Type="http://schemas.openxmlformats.org/officeDocument/2006/relationships/slide" Target="slide111.xml"/><Relationship Id="rId13" Type="http://schemas.openxmlformats.org/officeDocument/2006/relationships/slide" Target="slide111.xml"/><Relationship Id="rId14" Type="http://schemas.openxmlformats.org/officeDocument/2006/relationships/slide" Target="slide111.xml"/><Relationship Id="rId15" Type="http://schemas.openxmlformats.org/officeDocument/2006/relationships/slide" Target="slide112.xml"/><Relationship Id="rId16" Type="http://schemas.openxmlformats.org/officeDocument/2006/relationships/slide" Target="slide112.xml"/><Relationship Id="rId17" Type="http://schemas.openxmlformats.org/officeDocument/2006/relationships/slide" Target="slide112.xml"/><Relationship Id="rId18" Type="http://schemas.openxmlformats.org/officeDocument/2006/relationships/slide" Target="slide112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" Target="slide113.xml"/><Relationship Id="rId2" Type="http://schemas.openxmlformats.org/officeDocument/2006/relationships/slide" Target="slide11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" Target="slide110.xml"/><Relationship Id="rId2" Type="http://schemas.openxmlformats.org/officeDocument/2006/relationships/slide" Target="slide11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15.xml"/><Relationship Id="rId4" Type="http://schemas.openxmlformats.org/officeDocument/2006/relationships/slide" Target="slide115.xml"/><Relationship Id="rId5" Type="http://schemas.openxmlformats.org/officeDocument/2006/relationships/slide" Target="slide115.xml"/><Relationship Id="rId6" Type="http://schemas.openxmlformats.org/officeDocument/2006/relationships/slide" Target="slide115.xml"/><Relationship Id="rId7" Type="http://schemas.openxmlformats.org/officeDocument/2006/relationships/slide" Target="slide114.xml"/><Relationship Id="rId8" Type="http://schemas.openxmlformats.org/officeDocument/2006/relationships/slide" Target="slide114.xml"/><Relationship Id="rId9" Type="http://schemas.openxmlformats.org/officeDocument/2006/relationships/slide" Target="slide114.xml"/><Relationship Id="rId10" Type="http://schemas.openxmlformats.org/officeDocument/2006/relationships/slide" Target="slide114.xml"/><Relationship Id="rId11" Type="http://schemas.openxmlformats.org/officeDocument/2006/relationships/slide" Target="slide115.xml"/><Relationship Id="rId12" Type="http://schemas.openxmlformats.org/officeDocument/2006/relationships/slide" Target="slide115.xml"/><Relationship Id="rId13" Type="http://schemas.openxmlformats.org/officeDocument/2006/relationships/slide" Target="slide115.xml"/><Relationship Id="rId14" Type="http://schemas.openxmlformats.org/officeDocument/2006/relationships/slide" Target="slide115.xml"/><Relationship Id="rId15" Type="http://schemas.openxmlformats.org/officeDocument/2006/relationships/slide" Target="slide115.xml"/><Relationship Id="rId16" Type="http://schemas.openxmlformats.org/officeDocument/2006/relationships/slide" Target="slide115.xml"/><Relationship Id="rId17" Type="http://schemas.openxmlformats.org/officeDocument/2006/relationships/slide" Target="slide115.xml"/><Relationship Id="rId18" Type="http://schemas.openxmlformats.org/officeDocument/2006/relationships/slide" Target="slide115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" Target="slide116.xml"/><Relationship Id="rId2" Type="http://schemas.openxmlformats.org/officeDocument/2006/relationships/slide" Target="slide11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" Target="slide113.xml"/><Relationship Id="rId2" Type="http://schemas.openxmlformats.org/officeDocument/2006/relationships/slide" Target="slide11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18.xml"/><Relationship Id="rId4" Type="http://schemas.openxmlformats.org/officeDocument/2006/relationships/slide" Target="slide118.xml"/><Relationship Id="rId5" Type="http://schemas.openxmlformats.org/officeDocument/2006/relationships/slide" Target="slide118.xml"/><Relationship Id="rId6" Type="http://schemas.openxmlformats.org/officeDocument/2006/relationships/slide" Target="slide118.xml"/><Relationship Id="rId7" Type="http://schemas.openxmlformats.org/officeDocument/2006/relationships/slide" Target="slide117.xml"/><Relationship Id="rId8" Type="http://schemas.openxmlformats.org/officeDocument/2006/relationships/slide" Target="slide117.xml"/><Relationship Id="rId9" Type="http://schemas.openxmlformats.org/officeDocument/2006/relationships/slide" Target="slide117.xml"/><Relationship Id="rId10" Type="http://schemas.openxmlformats.org/officeDocument/2006/relationships/slide" Target="slide117.xml"/><Relationship Id="rId11" Type="http://schemas.openxmlformats.org/officeDocument/2006/relationships/slide" Target="slide118.xml"/><Relationship Id="rId12" Type="http://schemas.openxmlformats.org/officeDocument/2006/relationships/slide" Target="slide118.xml"/><Relationship Id="rId13" Type="http://schemas.openxmlformats.org/officeDocument/2006/relationships/slide" Target="slide118.xml"/><Relationship Id="rId14" Type="http://schemas.openxmlformats.org/officeDocument/2006/relationships/slide" Target="slide118.xml"/><Relationship Id="rId15" Type="http://schemas.openxmlformats.org/officeDocument/2006/relationships/slide" Target="slide118.xml"/><Relationship Id="rId16" Type="http://schemas.openxmlformats.org/officeDocument/2006/relationships/slide" Target="slide118.xml"/><Relationship Id="rId17" Type="http://schemas.openxmlformats.org/officeDocument/2006/relationships/slide" Target="slide118.xml"/><Relationship Id="rId18" Type="http://schemas.openxmlformats.org/officeDocument/2006/relationships/slide" Target="slide118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" Target="slide119.xml"/><Relationship Id="rId2" Type="http://schemas.openxmlformats.org/officeDocument/2006/relationships/slide" Target="slide11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" Target="slide116.xml"/><Relationship Id="rId2" Type="http://schemas.openxmlformats.org/officeDocument/2006/relationships/slide" Target="slide11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21.xml"/><Relationship Id="rId4" Type="http://schemas.openxmlformats.org/officeDocument/2006/relationships/slide" Target="slide121.xml"/><Relationship Id="rId5" Type="http://schemas.openxmlformats.org/officeDocument/2006/relationships/slide" Target="slide121.xml"/><Relationship Id="rId6" Type="http://schemas.openxmlformats.org/officeDocument/2006/relationships/slide" Target="slide121.xml"/><Relationship Id="rId7" Type="http://schemas.openxmlformats.org/officeDocument/2006/relationships/slide" Target="slide121.xml"/><Relationship Id="rId8" Type="http://schemas.openxmlformats.org/officeDocument/2006/relationships/slide" Target="slide121.xml"/><Relationship Id="rId9" Type="http://schemas.openxmlformats.org/officeDocument/2006/relationships/slide" Target="slide121.xml"/><Relationship Id="rId10" Type="http://schemas.openxmlformats.org/officeDocument/2006/relationships/slide" Target="slide121.xml"/><Relationship Id="rId11" Type="http://schemas.openxmlformats.org/officeDocument/2006/relationships/slide" Target="slide120.xml"/><Relationship Id="rId12" Type="http://schemas.openxmlformats.org/officeDocument/2006/relationships/slide" Target="slide120.xml"/><Relationship Id="rId13" Type="http://schemas.openxmlformats.org/officeDocument/2006/relationships/slide" Target="slide120.xml"/><Relationship Id="rId14" Type="http://schemas.openxmlformats.org/officeDocument/2006/relationships/slide" Target="slide120.xml"/><Relationship Id="rId15" Type="http://schemas.openxmlformats.org/officeDocument/2006/relationships/slide" Target="slide121.xml"/><Relationship Id="rId16" Type="http://schemas.openxmlformats.org/officeDocument/2006/relationships/slide" Target="slide121.xml"/><Relationship Id="rId17" Type="http://schemas.openxmlformats.org/officeDocument/2006/relationships/slide" Target="slide121.xml"/><Relationship Id="rId18" Type="http://schemas.openxmlformats.org/officeDocument/2006/relationships/slide" Target="slide121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" Target="slide122.xml"/><Relationship Id="rId2" Type="http://schemas.openxmlformats.org/officeDocument/2006/relationships/slide" Target="slide12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" Target="slide119.xml"/><Relationship Id="rId2" Type="http://schemas.openxmlformats.org/officeDocument/2006/relationships/slide" Target="slide11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24.xml"/><Relationship Id="rId4" Type="http://schemas.openxmlformats.org/officeDocument/2006/relationships/slide" Target="slide124.xml"/><Relationship Id="rId5" Type="http://schemas.openxmlformats.org/officeDocument/2006/relationships/slide" Target="slide124.xml"/><Relationship Id="rId6" Type="http://schemas.openxmlformats.org/officeDocument/2006/relationships/slide" Target="slide124.xml"/><Relationship Id="rId7" Type="http://schemas.openxmlformats.org/officeDocument/2006/relationships/slide" Target="slide123.xml"/><Relationship Id="rId8" Type="http://schemas.openxmlformats.org/officeDocument/2006/relationships/slide" Target="slide123.xml"/><Relationship Id="rId9" Type="http://schemas.openxmlformats.org/officeDocument/2006/relationships/slide" Target="slide123.xml"/><Relationship Id="rId10" Type="http://schemas.openxmlformats.org/officeDocument/2006/relationships/slide" Target="slide123.xml"/><Relationship Id="rId11" Type="http://schemas.openxmlformats.org/officeDocument/2006/relationships/slide" Target="slide124.xml"/><Relationship Id="rId12" Type="http://schemas.openxmlformats.org/officeDocument/2006/relationships/slide" Target="slide124.xml"/><Relationship Id="rId13" Type="http://schemas.openxmlformats.org/officeDocument/2006/relationships/slide" Target="slide124.xml"/><Relationship Id="rId14" Type="http://schemas.openxmlformats.org/officeDocument/2006/relationships/slide" Target="slide124.xml"/><Relationship Id="rId15" Type="http://schemas.openxmlformats.org/officeDocument/2006/relationships/slide" Target="slide124.xml"/><Relationship Id="rId16" Type="http://schemas.openxmlformats.org/officeDocument/2006/relationships/slide" Target="slide124.xml"/><Relationship Id="rId17" Type="http://schemas.openxmlformats.org/officeDocument/2006/relationships/slide" Target="slide124.xml"/><Relationship Id="rId18" Type="http://schemas.openxmlformats.org/officeDocument/2006/relationships/slide" Target="slide124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" Target="slide125.xml"/><Relationship Id="rId2" Type="http://schemas.openxmlformats.org/officeDocument/2006/relationships/slide" Target="slide12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" Target="slide122.xml"/><Relationship Id="rId2" Type="http://schemas.openxmlformats.org/officeDocument/2006/relationships/slide" Target="slide12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26.xml"/><Relationship Id="rId4" Type="http://schemas.openxmlformats.org/officeDocument/2006/relationships/slide" Target="slide126.xml"/><Relationship Id="rId5" Type="http://schemas.openxmlformats.org/officeDocument/2006/relationships/slide" Target="slide126.xml"/><Relationship Id="rId6" Type="http://schemas.openxmlformats.org/officeDocument/2006/relationships/slide" Target="slide126.xml"/><Relationship Id="rId7" Type="http://schemas.openxmlformats.org/officeDocument/2006/relationships/slide" Target="slide127.xml"/><Relationship Id="rId8" Type="http://schemas.openxmlformats.org/officeDocument/2006/relationships/slide" Target="slide127.xml"/><Relationship Id="rId9" Type="http://schemas.openxmlformats.org/officeDocument/2006/relationships/slide" Target="slide127.xml"/><Relationship Id="rId10" Type="http://schemas.openxmlformats.org/officeDocument/2006/relationships/slide" Target="slide127.xml"/><Relationship Id="rId11" Type="http://schemas.openxmlformats.org/officeDocument/2006/relationships/slide" Target="slide127.xml"/><Relationship Id="rId12" Type="http://schemas.openxmlformats.org/officeDocument/2006/relationships/slide" Target="slide127.xml"/><Relationship Id="rId13" Type="http://schemas.openxmlformats.org/officeDocument/2006/relationships/slide" Target="slide127.xml"/><Relationship Id="rId14" Type="http://schemas.openxmlformats.org/officeDocument/2006/relationships/slide" Target="slide127.xml"/><Relationship Id="rId15" Type="http://schemas.openxmlformats.org/officeDocument/2006/relationships/slide" Target="slide127.xml"/><Relationship Id="rId16" Type="http://schemas.openxmlformats.org/officeDocument/2006/relationships/slide" Target="slide127.xml"/><Relationship Id="rId17" Type="http://schemas.openxmlformats.org/officeDocument/2006/relationships/slide" Target="slide127.xml"/><Relationship Id="rId18" Type="http://schemas.openxmlformats.org/officeDocument/2006/relationships/slide" Target="slide127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" Target="slide128.xml"/><Relationship Id="rId2" Type="http://schemas.openxmlformats.org/officeDocument/2006/relationships/slide" Target="slide12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" Target="slide125.xml"/><Relationship Id="rId2" Type="http://schemas.openxmlformats.org/officeDocument/2006/relationships/slide" Target="slide125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0.xml"/><Relationship Id="rId4" Type="http://schemas.openxmlformats.org/officeDocument/2006/relationships/slide" Target="slide130.xml"/><Relationship Id="rId5" Type="http://schemas.openxmlformats.org/officeDocument/2006/relationships/slide" Target="slide130.xml"/><Relationship Id="rId6" Type="http://schemas.openxmlformats.org/officeDocument/2006/relationships/slide" Target="slide130.xml"/><Relationship Id="rId7" Type="http://schemas.openxmlformats.org/officeDocument/2006/relationships/slide" Target="slide129.xml"/><Relationship Id="rId8" Type="http://schemas.openxmlformats.org/officeDocument/2006/relationships/slide" Target="slide129.xml"/><Relationship Id="rId9" Type="http://schemas.openxmlformats.org/officeDocument/2006/relationships/slide" Target="slide129.xml"/><Relationship Id="rId10" Type="http://schemas.openxmlformats.org/officeDocument/2006/relationships/slide" Target="slide129.xml"/><Relationship Id="rId11" Type="http://schemas.openxmlformats.org/officeDocument/2006/relationships/slide" Target="slide130.xml"/><Relationship Id="rId12" Type="http://schemas.openxmlformats.org/officeDocument/2006/relationships/slide" Target="slide130.xml"/><Relationship Id="rId13" Type="http://schemas.openxmlformats.org/officeDocument/2006/relationships/slide" Target="slide130.xml"/><Relationship Id="rId14" Type="http://schemas.openxmlformats.org/officeDocument/2006/relationships/slide" Target="slide130.xml"/><Relationship Id="rId15" Type="http://schemas.openxmlformats.org/officeDocument/2006/relationships/slide" Target="slide130.xml"/><Relationship Id="rId16" Type="http://schemas.openxmlformats.org/officeDocument/2006/relationships/slide" Target="slide130.xml"/><Relationship Id="rId17" Type="http://schemas.openxmlformats.org/officeDocument/2006/relationships/slide" Target="slide130.xml"/><Relationship Id="rId18" Type="http://schemas.openxmlformats.org/officeDocument/2006/relationships/slide" Target="slide130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" Target="slide131.xml"/><Relationship Id="rId2" Type="http://schemas.openxmlformats.org/officeDocument/2006/relationships/slide" Target="slide13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" Target="slide128.xml"/><Relationship Id="rId2" Type="http://schemas.openxmlformats.org/officeDocument/2006/relationships/slide" Target="slide128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2.xml"/><Relationship Id="rId4" Type="http://schemas.openxmlformats.org/officeDocument/2006/relationships/slide" Target="slide132.xml"/><Relationship Id="rId5" Type="http://schemas.openxmlformats.org/officeDocument/2006/relationships/slide" Target="slide132.xml"/><Relationship Id="rId6" Type="http://schemas.openxmlformats.org/officeDocument/2006/relationships/slide" Target="slide132.xml"/><Relationship Id="rId7" Type="http://schemas.openxmlformats.org/officeDocument/2006/relationships/slide" Target="slide133.xml"/><Relationship Id="rId8" Type="http://schemas.openxmlformats.org/officeDocument/2006/relationships/slide" Target="slide133.xml"/><Relationship Id="rId9" Type="http://schemas.openxmlformats.org/officeDocument/2006/relationships/slide" Target="slide133.xml"/><Relationship Id="rId10" Type="http://schemas.openxmlformats.org/officeDocument/2006/relationships/slide" Target="slide133.xml"/><Relationship Id="rId11" Type="http://schemas.openxmlformats.org/officeDocument/2006/relationships/slide" Target="slide133.xml"/><Relationship Id="rId12" Type="http://schemas.openxmlformats.org/officeDocument/2006/relationships/slide" Target="slide133.xml"/><Relationship Id="rId13" Type="http://schemas.openxmlformats.org/officeDocument/2006/relationships/slide" Target="slide133.xml"/><Relationship Id="rId14" Type="http://schemas.openxmlformats.org/officeDocument/2006/relationships/slide" Target="slide133.xml"/><Relationship Id="rId15" Type="http://schemas.openxmlformats.org/officeDocument/2006/relationships/slide" Target="slide133.xml"/><Relationship Id="rId16" Type="http://schemas.openxmlformats.org/officeDocument/2006/relationships/slide" Target="slide133.xml"/><Relationship Id="rId17" Type="http://schemas.openxmlformats.org/officeDocument/2006/relationships/slide" Target="slide133.xml"/><Relationship Id="rId18" Type="http://schemas.openxmlformats.org/officeDocument/2006/relationships/slide" Target="slide133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" Target="slide134.xml"/><Relationship Id="rId2" Type="http://schemas.openxmlformats.org/officeDocument/2006/relationships/slide" Target="slide13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" Target="slide131.xml"/><Relationship Id="rId2" Type="http://schemas.openxmlformats.org/officeDocument/2006/relationships/slide" Target="slide13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6.xml"/><Relationship Id="rId4" Type="http://schemas.openxmlformats.org/officeDocument/2006/relationships/slide" Target="slide136.xml"/><Relationship Id="rId5" Type="http://schemas.openxmlformats.org/officeDocument/2006/relationships/slide" Target="slide136.xml"/><Relationship Id="rId6" Type="http://schemas.openxmlformats.org/officeDocument/2006/relationships/slide" Target="slide136.xml"/><Relationship Id="rId7" Type="http://schemas.openxmlformats.org/officeDocument/2006/relationships/slide" Target="slide135.xml"/><Relationship Id="rId8" Type="http://schemas.openxmlformats.org/officeDocument/2006/relationships/slide" Target="slide135.xml"/><Relationship Id="rId9" Type="http://schemas.openxmlformats.org/officeDocument/2006/relationships/slide" Target="slide135.xml"/><Relationship Id="rId10" Type="http://schemas.openxmlformats.org/officeDocument/2006/relationships/slide" Target="slide135.xml"/><Relationship Id="rId11" Type="http://schemas.openxmlformats.org/officeDocument/2006/relationships/slide" Target="slide136.xml"/><Relationship Id="rId12" Type="http://schemas.openxmlformats.org/officeDocument/2006/relationships/slide" Target="slide136.xml"/><Relationship Id="rId13" Type="http://schemas.openxmlformats.org/officeDocument/2006/relationships/slide" Target="slide136.xml"/><Relationship Id="rId14" Type="http://schemas.openxmlformats.org/officeDocument/2006/relationships/slide" Target="slide136.xml"/><Relationship Id="rId15" Type="http://schemas.openxmlformats.org/officeDocument/2006/relationships/slide" Target="slide136.xml"/><Relationship Id="rId16" Type="http://schemas.openxmlformats.org/officeDocument/2006/relationships/slide" Target="slide136.xml"/><Relationship Id="rId17" Type="http://schemas.openxmlformats.org/officeDocument/2006/relationships/slide" Target="slide136.xml"/><Relationship Id="rId18" Type="http://schemas.openxmlformats.org/officeDocument/2006/relationships/slide" Target="slide136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" Target="slide137.xml"/><Relationship Id="rId2" Type="http://schemas.openxmlformats.org/officeDocument/2006/relationships/slide" Target="slide13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" Target="slide134.xml"/><Relationship Id="rId2" Type="http://schemas.openxmlformats.org/officeDocument/2006/relationships/slide" Target="slide13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9.xml"/><Relationship Id="rId4" Type="http://schemas.openxmlformats.org/officeDocument/2006/relationships/slide" Target="slide139.xml"/><Relationship Id="rId5" Type="http://schemas.openxmlformats.org/officeDocument/2006/relationships/slide" Target="slide139.xml"/><Relationship Id="rId6" Type="http://schemas.openxmlformats.org/officeDocument/2006/relationships/slide" Target="slide139.xml"/><Relationship Id="rId7" Type="http://schemas.openxmlformats.org/officeDocument/2006/relationships/slide" Target="slide139.xml"/><Relationship Id="rId8" Type="http://schemas.openxmlformats.org/officeDocument/2006/relationships/slide" Target="slide139.xml"/><Relationship Id="rId9" Type="http://schemas.openxmlformats.org/officeDocument/2006/relationships/slide" Target="slide139.xml"/><Relationship Id="rId10" Type="http://schemas.openxmlformats.org/officeDocument/2006/relationships/slide" Target="slide139.xml"/><Relationship Id="rId11" Type="http://schemas.openxmlformats.org/officeDocument/2006/relationships/slide" Target="slide138.xml"/><Relationship Id="rId12" Type="http://schemas.openxmlformats.org/officeDocument/2006/relationships/slide" Target="slide138.xml"/><Relationship Id="rId13" Type="http://schemas.openxmlformats.org/officeDocument/2006/relationships/slide" Target="slide138.xml"/><Relationship Id="rId14" Type="http://schemas.openxmlformats.org/officeDocument/2006/relationships/slide" Target="slide138.xml"/><Relationship Id="rId15" Type="http://schemas.openxmlformats.org/officeDocument/2006/relationships/slide" Target="slide139.xml"/><Relationship Id="rId16" Type="http://schemas.openxmlformats.org/officeDocument/2006/relationships/slide" Target="slide139.xml"/><Relationship Id="rId17" Type="http://schemas.openxmlformats.org/officeDocument/2006/relationships/slide" Target="slide139.xml"/><Relationship Id="rId18" Type="http://schemas.openxmlformats.org/officeDocument/2006/relationships/slide" Target="slide139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" Target="slide140.xml"/><Relationship Id="rId2" Type="http://schemas.openxmlformats.org/officeDocument/2006/relationships/slide" Target="slide14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" Target="slide137.xml"/><Relationship Id="rId2" Type="http://schemas.openxmlformats.org/officeDocument/2006/relationships/slide" Target="slide137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42.xml"/><Relationship Id="rId4" Type="http://schemas.openxmlformats.org/officeDocument/2006/relationships/slide" Target="slide142.xml"/><Relationship Id="rId5" Type="http://schemas.openxmlformats.org/officeDocument/2006/relationships/slide" Target="slide142.xml"/><Relationship Id="rId6" Type="http://schemas.openxmlformats.org/officeDocument/2006/relationships/slide" Target="slide142.xml"/><Relationship Id="rId7" Type="http://schemas.openxmlformats.org/officeDocument/2006/relationships/slide" Target="slide141.xml"/><Relationship Id="rId8" Type="http://schemas.openxmlformats.org/officeDocument/2006/relationships/slide" Target="slide141.xml"/><Relationship Id="rId9" Type="http://schemas.openxmlformats.org/officeDocument/2006/relationships/slide" Target="slide141.xml"/><Relationship Id="rId10" Type="http://schemas.openxmlformats.org/officeDocument/2006/relationships/slide" Target="slide141.xml"/><Relationship Id="rId11" Type="http://schemas.openxmlformats.org/officeDocument/2006/relationships/slide" Target="slide142.xml"/><Relationship Id="rId12" Type="http://schemas.openxmlformats.org/officeDocument/2006/relationships/slide" Target="slide142.xml"/><Relationship Id="rId13" Type="http://schemas.openxmlformats.org/officeDocument/2006/relationships/slide" Target="slide142.xml"/><Relationship Id="rId14" Type="http://schemas.openxmlformats.org/officeDocument/2006/relationships/slide" Target="slide142.xml"/><Relationship Id="rId15" Type="http://schemas.openxmlformats.org/officeDocument/2006/relationships/slide" Target="slide142.xml"/><Relationship Id="rId16" Type="http://schemas.openxmlformats.org/officeDocument/2006/relationships/slide" Target="slide142.xml"/><Relationship Id="rId17" Type="http://schemas.openxmlformats.org/officeDocument/2006/relationships/slide" Target="slide142.xml"/><Relationship Id="rId18" Type="http://schemas.openxmlformats.org/officeDocument/2006/relationships/slide" Target="slide142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" Target="slide143.xml"/><Relationship Id="rId2" Type="http://schemas.openxmlformats.org/officeDocument/2006/relationships/slide" Target="slide14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" Target="slide140.xml"/><Relationship Id="rId2" Type="http://schemas.openxmlformats.org/officeDocument/2006/relationships/slide" Target="slide140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44.xml"/><Relationship Id="rId4" Type="http://schemas.openxmlformats.org/officeDocument/2006/relationships/slide" Target="slide144.xml"/><Relationship Id="rId5" Type="http://schemas.openxmlformats.org/officeDocument/2006/relationships/slide" Target="slide144.xml"/><Relationship Id="rId6" Type="http://schemas.openxmlformats.org/officeDocument/2006/relationships/slide" Target="slide144.xml"/><Relationship Id="rId7" Type="http://schemas.openxmlformats.org/officeDocument/2006/relationships/slide" Target="slide145.xml"/><Relationship Id="rId8" Type="http://schemas.openxmlformats.org/officeDocument/2006/relationships/slide" Target="slide145.xml"/><Relationship Id="rId9" Type="http://schemas.openxmlformats.org/officeDocument/2006/relationships/slide" Target="slide145.xml"/><Relationship Id="rId10" Type="http://schemas.openxmlformats.org/officeDocument/2006/relationships/slide" Target="slide145.xml"/><Relationship Id="rId11" Type="http://schemas.openxmlformats.org/officeDocument/2006/relationships/slide" Target="slide145.xml"/><Relationship Id="rId12" Type="http://schemas.openxmlformats.org/officeDocument/2006/relationships/slide" Target="slide145.xml"/><Relationship Id="rId13" Type="http://schemas.openxmlformats.org/officeDocument/2006/relationships/slide" Target="slide145.xml"/><Relationship Id="rId14" Type="http://schemas.openxmlformats.org/officeDocument/2006/relationships/slide" Target="slide145.xml"/><Relationship Id="rId15" Type="http://schemas.openxmlformats.org/officeDocument/2006/relationships/slide" Target="slide145.xml"/><Relationship Id="rId16" Type="http://schemas.openxmlformats.org/officeDocument/2006/relationships/slide" Target="slide145.xml"/><Relationship Id="rId17" Type="http://schemas.openxmlformats.org/officeDocument/2006/relationships/slide" Target="slide145.xml"/><Relationship Id="rId18" Type="http://schemas.openxmlformats.org/officeDocument/2006/relationships/slide" Target="slide145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" Target="slide146.xml"/><Relationship Id="rId2" Type="http://schemas.openxmlformats.org/officeDocument/2006/relationships/slide" Target="slide14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" Target="slide143.xml"/><Relationship Id="rId2" Type="http://schemas.openxmlformats.org/officeDocument/2006/relationships/slide" Target="slide143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48.xml"/><Relationship Id="rId4" Type="http://schemas.openxmlformats.org/officeDocument/2006/relationships/slide" Target="slide148.xml"/><Relationship Id="rId5" Type="http://schemas.openxmlformats.org/officeDocument/2006/relationships/slide" Target="slide148.xml"/><Relationship Id="rId6" Type="http://schemas.openxmlformats.org/officeDocument/2006/relationships/slide" Target="slide148.xml"/><Relationship Id="rId7" Type="http://schemas.openxmlformats.org/officeDocument/2006/relationships/slide" Target="slide148.xml"/><Relationship Id="rId8" Type="http://schemas.openxmlformats.org/officeDocument/2006/relationships/slide" Target="slide148.xml"/><Relationship Id="rId9" Type="http://schemas.openxmlformats.org/officeDocument/2006/relationships/slide" Target="slide148.xml"/><Relationship Id="rId10" Type="http://schemas.openxmlformats.org/officeDocument/2006/relationships/slide" Target="slide148.xml"/><Relationship Id="rId11" Type="http://schemas.openxmlformats.org/officeDocument/2006/relationships/slide" Target="slide148.xml"/><Relationship Id="rId12" Type="http://schemas.openxmlformats.org/officeDocument/2006/relationships/slide" Target="slide148.xml"/><Relationship Id="rId13" Type="http://schemas.openxmlformats.org/officeDocument/2006/relationships/slide" Target="slide148.xml"/><Relationship Id="rId14" Type="http://schemas.openxmlformats.org/officeDocument/2006/relationships/slide" Target="slide148.xml"/><Relationship Id="rId15" Type="http://schemas.openxmlformats.org/officeDocument/2006/relationships/slide" Target="slide147.xml"/><Relationship Id="rId16" Type="http://schemas.openxmlformats.org/officeDocument/2006/relationships/slide" Target="slide147.xml"/><Relationship Id="rId17" Type="http://schemas.openxmlformats.org/officeDocument/2006/relationships/slide" Target="slide147.xml"/><Relationship Id="rId18" Type="http://schemas.openxmlformats.org/officeDocument/2006/relationships/slide" Target="slide147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" Target="slide149.xml"/><Relationship Id="rId2" Type="http://schemas.openxmlformats.org/officeDocument/2006/relationships/slide" Target="slide14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" Target="slide146.xml"/><Relationship Id="rId2" Type="http://schemas.openxmlformats.org/officeDocument/2006/relationships/slide" Target="slide146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51.xml"/><Relationship Id="rId4" Type="http://schemas.openxmlformats.org/officeDocument/2006/relationships/slide" Target="slide151.xml"/><Relationship Id="rId5" Type="http://schemas.openxmlformats.org/officeDocument/2006/relationships/slide" Target="slide151.xml"/><Relationship Id="rId6" Type="http://schemas.openxmlformats.org/officeDocument/2006/relationships/slide" Target="slide151.xml"/><Relationship Id="rId7" Type="http://schemas.openxmlformats.org/officeDocument/2006/relationships/slide" Target="slide150.xml"/><Relationship Id="rId8" Type="http://schemas.openxmlformats.org/officeDocument/2006/relationships/slide" Target="slide150.xml"/><Relationship Id="rId9" Type="http://schemas.openxmlformats.org/officeDocument/2006/relationships/slide" Target="slide150.xml"/><Relationship Id="rId10" Type="http://schemas.openxmlformats.org/officeDocument/2006/relationships/slide" Target="slide150.xml"/><Relationship Id="rId11" Type="http://schemas.openxmlformats.org/officeDocument/2006/relationships/slide" Target="slide151.xml"/><Relationship Id="rId12" Type="http://schemas.openxmlformats.org/officeDocument/2006/relationships/slide" Target="slide151.xml"/><Relationship Id="rId13" Type="http://schemas.openxmlformats.org/officeDocument/2006/relationships/slide" Target="slide151.xml"/><Relationship Id="rId14" Type="http://schemas.openxmlformats.org/officeDocument/2006/relationships/slide" Target="slide151.xml"/><Relationship Id="rId15" Type="http://schemas.openxmlformats.org/officeDocument/2006/relationships/slide" Target="slide151.xml"/><Relationship Id="rId16" Type="http://schemas.openxmlformats.org/officeDocument/2006/relationships/slide" Target="slide151.xml"/><Relationship Id="rId17" Type="http://schemas.openxmlformats.org/officeDocument/2006/relationships/slide" Target="slide151.xml"/><Relationship Id="rId18" Type="http://schemas.openxmlformats.org/officeDocument/2006/relationships/slide" Target="slide151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" Target="slide152.xml"/><Relationship Id="rId2" Type="http://schemas.openxmlformats.org/officeDocument/2006/relationships/slide" Target="slide152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" Target="slide149.xml"/><Relationship Id="rId2" Type="http://schemas.openxmlformats.org/officeDocument/2006/relationships/slide" Target="slide149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QUIZ COMPETITION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89611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number below to jump to that question</a:t>
            </a:r>
            <a:endParaRPr lang="en-US" sz="1500" dirty="0"/>
          </a:p>
        </p:txBody>
      </p:sp>
      <p:sp>
        <p:nvSpPr>
          <p:cNvPr id="4" name="Shape 2">
            <a:hlinkClick r:id="rId1" tooltip="Question 1" action="ppaction://hlinksldjump"/>
          </p:cNvPr>
          <p:cNvSpPr/>
          <p:nvPr/>
        </p:nvSpPr>
        <p:spPr>
          <a:xfrm>
            <a:off x="66294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>
            <a:hlinkClick r:id="rId2" tooltip="Question 1" action="ppaction://hlinksldjump"/>
          </p:cNvPr>
          <p:cNvSpPr/>
          <p:nvPr/>
        </p:nvSpPr>
        <p:spPr>
          <a:xfrm>
            <a:off x="66294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Question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2000" dirty="0"/>
          </a:p>
        </p:txBody>
      </p:sp>
      <p:sp>
        <p:nvSpPr>
          <p:cNvPr id="6" name="Shape 4">
            <a:hlinkClick r:id="rId3" tooltip="Question 2" action="ppaction://hlinksldjump"/>
          </p:cNvPr>
          <p:cNvSpPr/>
          <p:nvPr/>
        </p:nvSpPr>
        <p:spPr>
          <a:xfrm>
            <a:off x="176022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>
            <a:hlinkClick r:id="rId4" tooltip="Question 2" action="ppaction://hlinksldjump"/>
          </p:cNvPr>
          <p:cNvSpPr/>
          <p:nvPr/>
        </p:nvSpPr>
        <p:spPr>
          <a:xfrm>
            <a:off x="176022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Question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2000" dirty="0"/>
          </a:p>
        </p:txBody>
      </p:sp>
      <p:sp>
        <p:nvSpPr>
          <p:cNvPr id="8" name="Shape 6">
            <a:hlinkClick r:id="rId5" tooltip="Question 3" action="ppaction://hlinksldjump"/>
          </p:cNvPr>
          <p:cNvSpPr/>
          <p:nvPr/>
        </p:nvSpPr>
        <p:spPr>
          <a:xfrm>
            <a:off x="285750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>
            <a:hlinkClick r:id="rId6" tooltip="Question 3" action="ppaction://hlinksldjump"/>
          </p:cNvPr>
          <p:cNvSpPr/>
          <p:nvPr/>
        </p:nvSpPr>
        <p:spPr>
          <a:xfrm>
            <a:off x="285750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Question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2000" dirty="0"/>
          </a:p>
        </p:txBody>
      </p:sp>
      <p:sp>
        <p:nvSpPr>
          <p:cNvPr id="10" name="Shape 8">
            <a:hlinkClick r:id="rId7" tooltip="Question 4" action="ppaction://hlinksldjump"/>
          </p:cNvPr>
          <p:cNvSpPr/>
          <p:nvPr/>
        </p:nvSpPr>
        <p:spPr>
          <a:xfrm>
            <a:off x="395478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>
            <a:hlinkClick r:id="rId8" tooltip="Question 4" action="ppaction://hlinksldjump"/>
          </p:cNvPr>
          <p:cNvSpPr/>
          <p:nvPr/>
        </p:nvSpPr>
        <p:spPr>
          <a:xfrm>
            <a:off x="395478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Question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2000" dirty="0"/>
          </a:p>
        </p:txBody>
      </p:sp>
      <p:sp>
        <p:nvSpPr>
          <p:cNvPr id="12" name="Shape 10">
            <a:hlinkClick r:id="rId9" tooltip="Question 5" action="ppaction://hlinksldjump"/>
          </p:cNvPr>
          <p:cNvSpPr/>
          <p:nvPr/>
        </p:nvSpPr>
        <p:spPr>
          <a:xfrm>
            <a:off x="505206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>
            <a:hlinkClick r:id="rId10" tooltip="Question 5" action="ppaction://hlinksldjump"/>
          </p:cNvPr>
          <p:cNvSpPr/>
          <p:nvPr/>
        </p:nvSpPr>
        <p:spPr>
          <a:xfrm>
            <a:off x="505206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Question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2000" dirty="0"/>
          </a:p>
        </p:txBody>
      </p:sp>
      <p:sp>
        <p:nvSpPr>
          <p:cNvPr id="14" name="Shape 12">
            <a:hlinkClick r:id="rId11" tooltip="Question 6" action="ppaction://hlinksldjump"/>
          </p:cNvPr>
          <p:cNvSpPr/>
          <p:nvPr/>
        </p:nvSpPr>
        <p:spPr>
          <a:xfrm>
            <a:off x="614934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>
            <a:hlinkClick r:id="rId12" tooltip="Question 6" action="ppaction://hlinksldjump"/>
          </p:cNvPr>
          <p:cNvSpPr/>
          <p:nvPr/>
        </p:nvSpPr>
        <p:spPr>
          <a:xfrm>
            <a:off x="614934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Question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2000" dirty="0"/>
          </a:p>
        </p:txBody>
      </p:sp>
      <p:sp>
        <p:nvSpPr>
          <p:cNvPr id="16" name="Shape 14">
            <a:hlinkClick r:id="rId13" tooltip="Question 7" action="ppaction://hlinksldjump"/>
          </p:cNvPr>
          <p:cNvSpPr/>
          <p:nvPr/>
        </p:nvSpPr>
        <p:spPr>
          <a:xfrm>
            <a:off x="724662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>
            <a:hlinkClick r:id="rId14" tooltip="Question 7" action="ppaction://hlinksldjump"/>
          </p:cNvPr>
          <p:cNvSpPr/>
          <p:nvPr/>
        </p:nvSpPr>
        <p:spPr>
          <a:xfrm>
            <a:off x="724662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Question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2000" dirty="0"/>
          </a:p>
        </p:txBody>
      </p:sp>
      <p:sp>
        <p:nvSpPr>
          <p:cNvPr id="18" name="Shape 16">
            <a:hlinkClick r:id="rId15" tooltip="Question 8" action="ppaction://hlinksldjump"/>
          </p:cNvPr>
          <p:cNvSpPr/>
          <p:nvPr/>
        </p:nvSpPr>
        <p:spPr>
          <a:xfrm>
            <a:off x="834390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>
            <a:hlinkClick r:id="rId16" tooltip="Question 8" action="ppaction://hlinksldjump"/>
          </p:cNvPr>
          <p:cNvSpPr/>
          <p:nvPr/>
        </p:nvSpPr>
        <p:spPr>
          <a:xfrm>
            <a:off x="834390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Question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2000" dirty="0"/>
          </a:p>
        </p:txBody>
      </p:sp>
      <p:sp>
        <p:nvSpPr>
          <p:cNvPr id="20" name="Shape 18">
            <a:hlinkClick r:id="rId17" tooltip="Question 9" action="ppaction://hlinksldjump"/>
          </p:cNvPr>
          <p:cNvSpPr/>
          <p:nvPr/>
        </p:nvSpPr>
        <p:spPr>
          <a:xfrm>
            <a:off x="944118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>
            <a:hlinkClick r:id="rId18" tooltip="Question 9" action="ppaction://hlinksldjump"/>
          </p:cNvPr>
          <p:cNvSpPr/>
          <p:nvPr/>
        </p:nvSpPr>
        <p:spPr>
          <a:xfrm>
            <a:off x="944118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Question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endParaRPr lang="en-US" sz="2000" dirty="0"/>
          </a:p>
        </p:txBody>
      </p:sp>
      <p:sp>
        <p:nvSpPr>
          <p:cNvPr id="22" name="Shape 20">
            <a:hlinkClick r:id="rId19" tooltip="Question 10" action="ppaction://hlinksldjump"/>
          </p:cNvPr>
          <p:cNvSpPr/>
          <p:nvPr/>
        </p:nvSpPr>
        <p:spPr>
          <a:xfrm>
            <a:off x="10538460" y="1508760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>
            <a:hlinkClick r:id="rId20" tooltip="Question 10" action="ppaction://hlinksldjump"/>
          </p:cNvPr>
          <p:cNvSpPr/>
          <p:nvPr/>
        </p:nvSpPr>
        <p:spPr>
          <a:xfrm>
            <a:off x="10538460" y="1508760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Question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4" name="Shape 22">
            <a:hlinkClick r:id="rId21" tooltip="Question 11" action="ppaction://hlinksldjump"/>
          </p:cNvPr>
          <p:cNvSpPr/>
          <p:nvPr/>
        </p:nvSpPr>
        <p:spPr>
          <a:xfrm>
            <a:off x="66294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>
            <a:hlinkClick r:id="rId22" tooltip="Question 11" action="ppaction://hlinksldjump"/>
          </p:cNvPr>
          <p:cNvSpPr/>
          <p:nvPr/>
        </p:nvSpPr>
        <p:spPr>
          <a:xfrm>
            <a:off x="66294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Question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6" name="Shape 24">
            <a:hlinkClick r:id="rId23" tooltip="Question 12" action="ppaction://hlinksldjump"/>
          </p:cNvPr>
          <p:cNvSpPr/>
          <p:nvPr/>
        </p:nvSpPr>
        <p:spPr>
          <a:xfrm>
            <a:off x="176022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>
            <a:hlinkClick r:id="rId24" tooltip="Question 12" action="ppaction://hlinksldjump"/>
          </p:cNvPr>
          <p:cNvSpPr/>
          <p:nvPr/>
        </p:nvSpPr>
        <p:spPr>
          <a:xfrm>
            <a:off x="176022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Question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2000" dirty="0"/>
          </a:p>
        </p:txBody>
      </p:sp>
      <p:sp>
        <p:nvSpPr>
          <p:cNvPr id="28" name="Shape 26">
            <a:hlinkClick r:id="rId25" tooltip="Question 13" action="ppaction://hlinksldjump"/>
          </p:cNvPr>
          <p:cNvSpPr/>
          <p:nvPr/>
        </p:nvSpPr>
        <p:spPr>
          <a:xfrm>
            <a:off x="285750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>
            <a:hlinkClick r:id="rId26" tooltip="Question 13" action="ppaction://hlinksldjump"/>
          </p:cNvPr>
          <p:cNvSpPr/>
          <p:nvPr/>
        </p:nvSpPr>
        <p:spPr>
          <a:xfrm>
            <a:off x="285750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Question 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2000" dirty="0"/>
          </a:p>
        </p:txBody>
      </p:sp>
      <p:sp>
        <p:nvSpPr>
          <p:cNvPr id="30" name="Shape 28">
            <a:hlinkClick r:id="rId27" tooltip="Question 14" action="ppaction://hlinksldjump"/>
          </p:cNvPr>
          <p:cNvSpPr/>
          <p:nvPr/>
        </p:nvSpPr>
        <p:spPr>
          <a:xfrm>
            <a:off x="395478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>
            <a:hlinkClick r:id="rId28" tooltip="Question 14" action="ppaction://hlinksldjump"/>
          </p:cNvPr>
          <p:cNvSpPr/>
          <p:nvPr/>
        </p:nvSpPr>
        <p:spPr>
          <a:xfrm>
            <a:off x="395478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Question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2000" dirty="0"/>
          </a:p>
        </p:txBody>
      </p:sp>
      <p:sp>
        <p:nvSpPr>
          <p:cNvPr id="32" name="Shape 30">
            <a:hlinkClick r:id="rId29" tooltip="Question 15" action="ppaction://hlinksldjump"/>
          </p:cNvPr>
          <p:cNvSpPr/>
          <p:nvPr/>
        </p:nvSpPr>
        <p:spPr>
          <a:xfrm>
            <a:off x="505206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>
            <a:hlinkClick r:id="rId30" tooltip="Question 15" action="ppaction://hlinksldjump"/>
          </p:cNvPr>
          <p:cNvSpPr/>
          <p:nvPr/>
        </p:nvSpPr>
        <p:spPr>
          <a:xfrm>
            <a:off x="505206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Question 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2000" dirty="0"/>
          </a:p>
        </p:txBody>
      </p:sp>
      <p:sp>
        <p:nvSpPr>
          <p:cNvPr id="34" name="Shape 32">
            <a:hlinkClick r:id="rId31" tooltip="Question 16" action="ppaction://hlinksldjump"/>
          </p:cNvPr>
          <p:cNvSpPr/>
          <p:nvPr/>
        </p:nvSpPr>
        <p:spPr>
          <a:xfrm>
            <a:off x="614934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>
            <a:hlinkClick r:id="rId32" tooltip="Question 16" action="ppaction://hlinksldjump"/>
          </p:cNvPr>
          <p:cNvSpPr/>
          <p:nvPr/>
        </p:nvSpPr>
        <p:spPr>
          <a:xfrm>
            <a:off x="614934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Question 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2000" dirty="0"/>
          </a:p>
        </p:txBody>
      </p:sp>
      <p:sp>
        <p:nvSpPr>
          <p:cNvPr id="36" name="Shape 34">
            <a:hlinkClick r:id="rId33" tooltip="Question 17" action="ppaction://hlinksldjump"/>
          </p:cNvPr>
          <p:cNvSpPr/>
          <p:nvPr/>
        </p:nvSpPr>
        <p:spPr>
          <a:xfrm>
            <a:off x="724662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>
            <a:hlinkClick r:id="rId34" tooltip="Question 17" action="ppaction://hlinksldjump"/>
          </p:cNvPr>
          <p:cNvSpPr/>
          <p:nvPr/>
        </p:nvSpPr>
        <p:spPr>
          <a:xfrm>
            <a:off x="724662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4" action="ppaction://hlinksldjump" tooltip="Question 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</a:t>
            </a:r>
            <a:endParaRPr lang="en-US" sz="2000" dirty="0"/>
          </a:p>
        </p:txBody>
      </p:sp>
      <p:sp>
        <p:nvSpPr>
          <p:cNvPr id="38" name="Shape 36">
            <a:hlinkClick r:id="rId35" tooltip="Question 18" action="ppaction://hlinksldjump"/>
          </p:cNvPr>
          <p:cNvSpPr/>
          <p:nvPr/>
        </p:nvSpPr>
        <p:spPr>
          <a:xfrm>
            <a:off x="834390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>
            <a:hlinkClick r:id="rId36" tooltip="Question 18" action="ppaction://hlinksldjump"/>
          </p:cNvPr>
          <p:cNvSpPr/>
          <p:nvPr/>
        </p:nvSpPr>
        <p:spPr>
          <a:xfrm>
            <a:off x="834390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6" action="ppaction://hlinksldjump" tooltip="Question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</a:t>
            </a:r>
            <a:endParaRPr lang="en-US" sz="2000" dirty="0"/>
          </a:p>
        </p:txBody>
      </p:sp>
      <p:sp>
        <p:nvSpPr>
          <p:cNvPr id="40" name="Shape 38">
            <a:hlinkClick r:id="rId37" tooltip="Question 19" action="ppaction://hlinksldjump"/>
          </p:cNvPr>
          <p:cNvSpPr/>
          <p:nvPr/>
        </p:nvSpPr>
        <p:spPr>
          <a:xfrm>
            <a:off x="944118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>
            <a:hlinkClick r:id="rId38" tooltip="Question 19" action="ppaction://hlinksldjump"/>
          </p:cNvPr>
          <p:cNvSpPr/>
          <p:nvPr/>
        </p:nvSpPr>
        <p:spPr>
          <a:xfrm>
            <a:off x="944118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8" action="ppaction://hlinksldjump" tooltip="Question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</a:t>
            </a:r>
            <a:endParaRPr lang="en-US" sz="2000" dirty="0"/>
          </a:p>
        </p:txBody>
      </p:sp>
      <p:sp>
        <p:nvSpPr>
          <p:cNvPr id="42" name="Shape 40">
            <a:hlinkClick r:id="rId39" tooltip="Question 20" action="ppaction://hlinksldjump"/>
          </p:cNvPr>
          <p:cNvSpPr/>
          <p:nvPr/>
        </p:nvSpPr>
        <p:spPr>
          <a:xfrm>
            <a:off x="10538460" y="2340864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>
            <a:hlinkClick r:id="rId40" tooltip="Question 20" action="ppaction://hlinksldjump"/>
          </p:cNvPr>
          <p:cNvSpPr/>
          <p:nvPr/>
        </p:nvSpPr>
        <p:spPr>
          <a:xfrm>
            <a:off x="10538460" y="2340864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0" action="ppaction://hlinksldjump" tooltip="Question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2000" dirty="0"/>
          </a:p>
        </p:txBody>
      </p:sp>
      <p:sp>
        <p:nvSpPr>
          <p:cNvPr id="44" name="Shape 42">
            <a:hlinkClick r:id="rId41" tooltip="Question 21" action="ppaction://hlinksldjump"/>
          </p:cNvPr>
          <p:cNvSpPr/>
          <p:nvPr/>
        </p:nvSpPr>
        <p:spPr>
          <a:xfrm>
            <a:off x="66294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>
            <a:hlinkClick r:id="rId42" tooltip="Question 21" action="ppaction://hlinksldjump"/>
          </p:cNvPr>
          <p:cNvSpPr/>
          <p:nvPr/>
        </p:nvSpPr>
        <p:spPr>
          <a:xfrm>
            <a:off x="66294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2" action="ppaction://hlinksldjump" tooltip="Question 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US" sz="2000" dirty="0"/>
          </a:p>
        </p:txBody>
      </p:sp>
      <p:sp>
        <p:nvSpPr>
          <p:cNvPr id="46" name="Shape 44">
            <a:hlinkClick r:id="rId43" tooltip="Question 22" action="ppaction://hlinksldjump"/>
          </p:cNvPr>
          <p:cNvSpPr/>
          <p:nvPr/>
        </p:nvSpPr>
        <p:spPr>
          <a:xfrm>
            <a:off x="176022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7" name="Text 45">
            <a:hlinkClick r:id="rId44" tooltip="Question 22" action="ppaction://hlinksldjump"/>
          </p:cNvPr>
          <p:cNvSpPr/>
          <p:nvPr/>
        </p:nvSpPr>
        <p:spPr>
          <a:xfrm>
            <a:off x="176022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4" action="ppaction://hlinksldjump" tooltip="Question 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</a:t>
            </a:r>
            <a:endParaRPr lang="en-US" sz="2000" dirty="0"/>
          </a:p>
        </p:txBody>
      </p:sp>
      <p:sp>
        <p:nvSpPr>
          <p:cNvPr id="48" name="Shape 46">
            <a:hlinkClick r:id="rId45" tooltip="Question 23" action="ppaction://hlinksldjump"/>
          </p:cNvPr>
          <p:cNvSpPr/>
          <p:nvPr/>
        </p:nvSpPr>
        <p:spPr>
          <a:xfrm>
            <a:off x="285750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>
            <a:hlinkClick r:id="rId46" tooltip="Question 23" action="ppaction://hlinksldjump"/>
          </p:cNvPr>
          <p:cNvSpPr/>
          <p:nvPr/>
        </p:nvSpPr>
        <p:spPr>
          <a:xfrm>
            <a:off x="285750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6" action="ppaction://hlinksldjump" tooltip="Question 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</a:t>
            </a:r>
            <a:endParaRPr lang="en-US" sz="2000" dirty="0"/>
          </a:p>
        </p:txBody>
      </p:sp>
      <p:sp>
        <p:nvSpPr>
          <p:cNvPr id="50" name="Shape 48">
            <a:hlinkClick r:id="rId47" tooltip="Question 24" action="ppaction://hlinksldjump"/>
          </p:cNvPr>
          <p:cNvSpPr/>
          <p:nvPr/>
        </p:nvSpPr>
        <p:spPr>
          <a:xfrm>
            <a:off x="395478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1" name="Text 49">
            <a:hlinkClick r:id="rId48" tooltip="Question 24" action="ppaction://hlinksldjump"/>
          </p:cNvPr>
          <p:cNvSpPr/>
          <p:nvPr/>
        </p:nvSpPr>
        <p:spPr>
          <a:xfrm>
            <a:off x="395478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8" action="ppaction://hlinksldjump" tooltip="Question 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</a:t>
            </a:r>
            <a:endParaRPr lang="en-US" sz="2000" dirty="0"/>
          </a:p>
        </p:txBody>
      </p:sp>
      <p:sp>
        <p:nvSpPr>
          <p:cNvPr id="52" name="Shape 50">
            <a:hlinkClick r:id="rId49" tooltip="Question 25" action="ppaction://hlinksldjump"/>
          </p:cNvPr>
          <p:cNvSpPr/>
          <p:nvPr/>
        </p:nvSpPr>
        <p:spPr>
          <a:xfrm>
            <a:off x="505206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3" name="Text 51">
            <a:hlinkClick r:id="rId50" tooltip="Question 25" action="ppaction://hlinksldjump"/>
          </p:cNvPr>
          <p:cNvSpPr/>
          <p:nvPr/>
        </p:nvSpPr>
        <p:spPr>
          <a:xfrm>
            <a:off x="505206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0" action="ppaction://hlinksldjump" tooltip="Question 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</a:t>
            </a:r>
            <a:endParaRPr lang="en-US" sz="2000" dirty="0"/>
          </a:p>
        </p:txBody>
      </p:sp>
      <p:sp>
        <p:nvSpPr>
          <p:cNvPr id="54" name="Shape 52">
            <a:hlinkClick r:id="rId51" tooltip="Question 26" action="ppaction://hlinksldjump"/>
          </p:cNvPr>
          <p:cNvSpPr/>
          <p:nvPr/>
        </p:nvSpPr>
        <p:spPr>
          <a:xfrm>
            <a:off x="614934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5" name="Text 53">
            <a:hlinkClick r:id="rId52" tooltip="Question 26" action="ppaction://hlinksldjump"/>
          </p:cNvPr>
          <p:cNvSpPr/>
          <p:nvPr/>
        </p:nvSpPr>
        <p:spPr>
          <a:xfrm>
            <a:off x="614934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2" action="ppaction://hlinksldjump" tooltip="Question 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US" sz="2000" dirty="0"/>
          </a:p>
        </p:txBody>
      </p:sp>
      <p:sp>
        <p:nvSpPr>
          <p:cNvPr id="56" name="Shape 54">
            <a:hlinkClick r:id="rId53" tooltip="Question 27" action="ppaction://hlinksldjump"/>
          </p:cNvPr>
          <p:cNvSpPr/>
          <p:nvPr/>
        </p:nvSpPr>
        <p:spPr>
          <a:xfrm>
            <a:off x="724662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7" name="Text 55">
            <a:hlinkClick r:id="rId54" tooltip="Question 27" action="ppaction://hlinksldjump"/>
          </p:cNvPr>
          <p:cNvSpPr/>
          <p:nvPr/>
        </p:nvSpPr>
        <p:spPr>
          <a:xfrm>
            <a:off x="724662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4" action="ppaction://hlinksldjump" tooltip="Question 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endParaRPr lang="en-US" sz="2000" dirty="0"/>
          </a:p>
        </p:txBody>
      </p:sp>
      <p:sp>
        <p:nvSpPr>
          <p:cNvPr id="58" name="Shape 56">
            <a:hlinkClick r:id="rId55" tooltip="Question 28" action="ppaction://hlinksldjump"/>
          </p:cNvPr>
          <p:cNvSpPr/>
          <p:nvPr/>
        </p:nvSpPr>
        <p:spPr>
          <a:xfrm>
            <a:off x="834390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59" name="Text 57">
            <a:hlinkClick r:id="rId56" tooltip="Question 28" action="ppaction://hlinksldjump"/>
          </p:cNvPr>
          <p:cNvSpPr/>
          <p:nvPr/>
        </p:nvSpPr>
        <p:spPr>
          <a:xfrm>
            <a:off x="834390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6" action="ppaction://hlinksldjump" tooltip="Question 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28</a:t>
            </a:r>
            <a:endParaRPr lang="en-US" sz="2000" dirty="0"/>
          </a:p>
        </p:txBody>
      </p:sp>
      <p:sp>
        <p:nvSpPr>
          <p:cNvPr id="60" name="Shape 58">
            <a:hlinkClick r:id="rId57" tooltip="Question 29" action="ppaction://hlinksldjump"/>
          </p:cNvPr>
          <p:cNvSpPr/>
          <p:nvPr/>
        </p:nvSpPr>
        <p:spPr>
          <a:xfrm>
            <a:off x="944118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1" name="Text 59">
            <a:hlinkClick r:id="rId58" tooltip="Question 29" action="ppaction://hlinksldjump"/>
          </p:cNvPr>
          <p:cNvSpPr/>
          <p:nvPr/>
        </p:nvSpPr>
        <p:spPr>
          <a:xfrm>
            <a:off x="944118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8" action="ppaction://hlinksldjump" tooltip="Question 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</a:t>
            </a:r>
            <a:endParaRPr lang="en-US" sz="2000" dirty="0"/>
          </a:p>
        </p:txBody>
      </p:sp>
      <p:sp>
        <p:nvSpPr>
          <p:cNvPr id="62" name="Shape 60">
            <a:hlinkClick r:id="rId59" tooltip="Question 30" action="ppaction://hlinksldjump"/>
          </p:cNvPr>
          <p:cNvSpPr/>
          <p:nvPr/>
        </p:nvSpPr>
        <p:spPr>
          <a:xfrm>
            <a:off x="10538460" y="3172968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3" name="Text 61">
            <a:hlinkClick r:id="rId60" tooltip="Question 30" action="ppaction://hlinksldjump"/>
          </p:cNvPr>
          <p:cNvSpPr/>
          <p:nvPr/>
        </p:nvSpPr>
        <p:spPr>
          <a:xfrm>
            <a:off x="10538460" y="3172968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0" action="ppaction://hlinksldjump" tooltip="Question 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2000" dirty="0"/>
          </a:p>
        </p:txBody>
      </p:sp>
      <p:sp>
        <p:nvSpPr>
          <p:cNvPr id="64" name="Shape 62">
            <a:hlinkClick r:id="rId61" tooltip="Question 31" action="ppaction://hlinksldjump"/>
          </p:cNvPr>
          <p:cNvSpPr/>
          <p:nvPr/>
        </p:nvSpPr>
        <p:spPr>
          <a:xfrm>
            <a:off x="66294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5" name="Text 63">
            <a:hlinkClick r:id="rId62" tooltip="Question 31" action="ppaction://hlinksldjump"/>
          </p:cNvPr>
          <p:cNvSpPr/>
          <p:nvPr/>
        </p:nvSpPr>
        <p:spPr>
          <a:xfrm>
            <a:off x="66294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2" action="ppaction://hlinksldjump" tooltip="Question 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31</a:t>
            </a:r>
            <a:endParaRPr lang="en-US" sz="2000" dirty="0"/>
          </a:p>
        </p:txBody>
      </p:sp>
      <p:sp>
        <p:nvSpPr>
          <p:cNvPr id="66" name="Shape 64">
            <a:hlinkClick r:id="rId63" tooltip="Question 32" action="ppaction://hlinksldjump"/>
          </p:cNvPr>
          <p:cNvSpPr/>
          <p:nvPr/>
        </p:nvSpPr>
        <p:spPr>
          <a:xfrm>
            <a:off x="176022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7" name="Text 65">
            <a:hlinkClick r:id="rId64" tooltip="Question 32" action="ppaction://hlinksldjump"/>
          </p:cNvPr>
          <p:cNvSpPr/>
          <p:nvPr/>
        </p:nvSpPr>
        <p:spPr>
          <a:xfrm>
            <a:off x="176022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4" action="ppaction://hlinksldjump" tooltip="Question 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</a:t>
            </a:r>
            <a:endParaRPr lang="en-US" sz="2000" dirty="0"/>
          </a:p>
        </p:txBody>
      </p:sp>
      <p:sp>
        <p:nvSpPr>
          <p:cNvPr id="68" name="Shape 66">
            <a:hlinkClick r:id="rId65" tooltip="Question 33" action="ppaction://hlinksldjump"/>
          </p:cNvPr>
          <p:cNvSpPr/>
          <p:nvPr/>
        </p:nvSpPr>
        <p:spPr>
          <a:xfrm>
            <a:off x="285750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69" name="Text 67">
            <a:hlinkClick r:id="rId66" tooltip="Question 33" action="ppaction://hlinksldjump"/>
          </p:cNvPr>
          <p:cNvSpPr/>
          <p:nvPr/>
        </p:nvSpPr>
        <p:spPr>
          <a:xfrm>
            <a:off x="285750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6" action="ppaction://hlinksldjump" tooltip="Question 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33</a:t>
            </a:r>
            <a:endParaRPr lang="en-US" sz="2000" dirty="0"/>
          </a:p>
        </p:txBody>
      </p:sp>
      <p:sp>
        <p:nvSpPr>
          <p:cNvPr id="70" name="Shape 68">
            <a:hlinkClick r:id="rId67" tooltip="Question 34" action="ppaction://hlinksldjump"/>
          </p:cNvPr>
          <p:cNvSpPr/>
          <p:nvPr/>
        </p:nvSpPr>
        <p:spPr>
          <a:xfrm>
            <a:off x="395478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1" name="Text 69">
            <a:hlinkClick r:id="rId68" tooltip="Question 34" action="ppaction://hlinksldjump"/>
          </p:cNvPr>
          <p:cNvSpPr/>
          <p:nvPr/>
        </p:nvSpPr>
        <p:spPr>
          <a:xfrm>
            <a:off x="395478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8" action="ppaction://hlinksldjump" tooltip="Question 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34</a:t>
            </a:r>
            <a:endParaRPr lang="en-US" sz="2000" dirty="0"/>
          </a:p>
        </p:txBody>
      </p:sp>
      <p:sp>
        <p:nvSpPr>
          <p:cNvPr id="72" name="Shape 70">
            <a:hlinkClick r:id="rId69" tooltip="Question 35" action="ppaction://hlinksldjump"/>
          </p:cNvPr>
          <p:cNvSpPr/>
          <p:nvPr/>
        </p:nvSpPr>
        <p:spPr>
          <a:xfrm>
            <a:off x="505206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3" name="Text 71">
            <a:hlinkClick r:id="rId70" tooltip="Question 35" action="ppaction://hlinksldjump"/>
          </p:cNvPr>
          <p:cNvSpPr/>
          <p:nvPr/>
        </p:nvSpPr>
        <p:spPr>
          <a:xfrm>
            <a:off x="505206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0" action="ppaction://hlinksldjump" tooltip="Question 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</a:t>
            </a:r>
            <a:endParaRPr lang="en-US" sz="2000" dirty="0"/>
          </a:p>
        </p:txBody>
      </p:sp>
      <p:sp>
        <p:nvSpPr>
          <p:cNvPr id="74" name="Shape 72">
            <a:hlinkClick r:id="rId71" tooltip="Question 36" action="ppaction://hlinksldjump"/>
          </p:cNvPr>
          <p:cNvSpPr/>
          <p:nvPr/>
        </p:nvSpPr>
        <p:spPr>
          <a:xfrm>
            <a:off x="614934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5" name="Text 73">
            <a:hlinkClick r:id="rId72" tooltip="Question 36" action="ppaction://hlinksldjump"/>
          </p:cNvPr>
          <p:cNvSpPr/>
          <p:nvPr/>
        </p:nvSpPr>
        <p:spPr>
          <a:xfrm>
            <a:off x="614934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2" action="ppaction://hlinksldjump" tooltip="Question 3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36</a:t>
            </a:r>
            <a:endParaRPr lang="en-US" sz="2000" dirty="0"/>
          </a:p>
        </p:txBody>
      </p:sp>
      <p:sp>
        <p:nvSpPr>
          <p:cNvPr id="76" name="Shape 74">
            <a:hlinkClick r:id="rId73" tooltip="Question 37" action="ppaction://hlinksldjump"/>
          </p:cNvPr>
          <p:cNvSpPr/>
          <p:nvPr/>
        </p:nvSpPr>
        <p:spPr>
          <a:xfrm>
            <a:off x="724662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7" name="Text 75">
            <a:hlinkClick r:id="rId74" tooltip="Question 37" action="ppaction://hlinksldjump"/>
          </p:cNvPr>
          <p:cNvSpPr/>
          <p:nvPr/>
        </p:nvSpPr>
        <p:spPr>
          <a:xfrm>
            <a:off x="724662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4" action="ppaction://hlinksldjump" tooltip="Question 3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</a:t>
            </a:r>
            <a:endParaRPr lang="en-US" sz="2000" dirty="0"/>
          </a:p>
        </p:txBody>
      </p:sp>
      <p:sp>
        <p:nvSpPr>
          <p:cNvPr id="78" name="Shape 76">
            <a:hlinkClick r:id="rId75" tooltip="Question 38" action="ppaction://hlinksldjump"/>
          </p:cNvPr>
          <p:cNvSpPr/>
          <p:nvPr/>
        </p:nvSpPr>
        <p:spPr>
          <a:xfrm>
            <a:off x="834390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79" name="Text 77">
            <a:hlinkClick r:id="rId76" tooltip="Question 38" action="ppaction://hlinksldjump"/>
          </p:cNvPr>
          <p:cNvSpPr/>
          <p:nvPr/>
        </p:nvSpPr>
        <p:spPr>
          <a:xfrm>
            <a:off x="834390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6" action="ppaction://hlinksldjump" tooltip="Question 3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38</a:t>
            </a:r>
            <a:endParaRPr lang="en-US" sz="2000" dirty="0"/>
          </a:p>
        </p:txBody>
      </p:sp>
      <p:sp>
        <p:nvSpPr>
          <p:cNvPr id="80" name="Shape 78">
            <a:hlinkClick r:id="rId77" tooltip="Question 39" action="ppaction://hlinksldjump"/>
          </p:cNvPr>
          <p:cNvSpPr/>
          <p:nvPr/>
        </p:nvSpPr>
        <p:spPr>
          <a:xfrm>
            <a:off x="944118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1" name="Text 79">
            <a:hlinkClick r:id="rId78" tooltip="Question 39" action="ppaction://hlinksldjump"/>
          </p:cNvPr>
          <p:cNvSpPr/>
          <p:nvPr/>
        </p:nvSpPr>
        <p:spPr>
          <a:xfrm>
            <a:off x="944118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8" action="ppaction://hlinksldjump" tooltip="Question 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39</a:t>
            </a:r>
            <a:endParaRPr lang="en-US" sz="2000" dirty="0"/>
          </a:p>
        </p:txBody>
      </p:sp>
      <p:sp>
        <p:nvSpPr>
          <p:cNvPr id="82" name="Shape 80">
            <a:hlinkClick r:id="rId79" tooltip="Question 40" action="ppaction://hlinksldjump"/>
          </p:cNvPr>
          <p:cNvSpPr/>
          <p:nvPr/>
        </p:nvSpPr>
        <p:spPr>
          <a:xfrm>
            <a:off x="10538460" y="4005072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3" name="Text 81">
            <a:hlinkClick r:id="rId80" tooltip="Question 40" action="ppaction://hlinksldjump"/>
          </p:cNvPr>
          <p:cNvSpPr/>
          <p:nvPr/>
        </p:nvSpPr>
        <p:spPr>
          <a:xfrm>
            <a:off x="10538460" y="4005072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0" action="ppaction://hlinksldjump" tooltip="Question 4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</a:t>
            </a:r>
            <a:endParaRPr lang="en-US" sz="2000" dirty="0"/>
          </a:p>
        </p:txBody>
      </p:sp>
      <p:sp>
        <p:nvSpPr>
          <p:cNvPr id="84" name="Shape 82">
            <a:hlinkClick r:id="rId81" tooltip="Question 41" action="ppaction://hlinksldjump"/>
          </p:cNvPr>
          <p:cNvSpPr/>
          <p:nvPr/>
        </p:nvSpPr>
        <p:spPr>
          <a:xfrm>
            <a:off x="66294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5" name="Text 83">
            <a:hlinkClick r:id="rId82" tooltip="Question 41" action="ppaction://hlinksldjump"/>
          </p:cNvPr>
          <p:cNvSpPr/>
          <p:nvPr/>
        </p:nvSpPr>
        <p:spPr>
          <a:xfrm>
            <a:off x="66294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2" action="ppaction://hlinksldjump" tooltip="Question 4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41</a:t>
            </a:r>
            <a:endParaRPr lang="en-US" sz="2000" dirty="0"/>
          </a:p>
        </p:txBody>
      </p:sp>
      <p:sp>
        <p:nvSpPr>
          <p:cNvPr id="86" name="Shape 84">
            <a:hlinkClick r:id="rId83" tooltip="Question 42" action="ppaction://hlinksldjump"/>
          </p:cNvPr>
          <p:cNvSpPr/>
          <p:nvPr/>
        </p:nvSpPr>
        <p:spPr>
          <a:xfrm>
            <a:off x="176022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7" name="Text 85">
            <a:hlinkClick r:id="rId84" tooltip="Question 42" action="ppaction://hlinksldjump"/>
          </p:cNvPr>
          <p:cNvSpPr/>
          <p:nvPr/>
        </p:nvSpPr>
        <p:spPr>
          <a:xfrm>
            <a:off x="176022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4" action="ppaction://hlinksldjump" tooltip="Question 4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42</a:t>
            </a:r>
            <a:endParaRPr lang="en-US" sz="2000" dirty="0"/>
          </a:p>
        </p:txBody>
      </p:sp>
      <p:sp>
        <p:nvSpPr>
          <p:cNvPr id="88" name="Shape 86">
            <a:hlinkClick r:id="rId85" tooltip="Question 43" action="ppaction://hlinksldjump"/>
          </p:cNvPr>
          <p:cNvSpPr/>
          <p:nvPr/>
        </p:nvSpPr>
        <p:spPr>
          <a:xfrm>
            <a:off x="285750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89" name="Text 87">
            <a:hlinkClick r:id="rId86" tooltip="Question 43" action="ppaction://hlinksldjump"/>
          </p:cNvPr>
          <p:cNvSpPr/>
          <p:nvPr/>
        </p:nvSpPr>
        <p:spPr>
          <a:xfrm>
            <a:off x="285750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6" action="ppaction://hlinksldjump" tooltip="Question 4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43</a:t>
            </a:r>
            <a:endParaRPr lang="en-US" sz="2000" dirty="0"/>
          </a:p>
        </p:txBody>
      </p:sp>
      <p:sp>
        <p:nvSpPr>
          <p:cNvPr id="90" name="Shape 88">
            <a:hlinkClick r:id="rId87" tooltip="Question 44" action="ppaction://hlinksldjump"/>
          </p:cNvPr>
          <p:cNvSpPr/>
          <p:nvPr/>
        </p:nvSpPr>
        <p:spPr>
          <a:xfrm>
            <a:off x="395478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1" name="Text 89">
            <a:hlinkClick r:id="rId88" tooltip="Question 44" action="ppaction://hlinksldjump"/>
          </p:cNvPr>
          <p:cNvSpPr/>
          <p:nvPr/>
        </p:nvSpPr>
        <p:spPr>
          <a:xfrm>
            <a:off x="395478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8" action="ppaction://hlinksldjump" tooltip="Question 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44</a:t>
            </a:r>
            <a:endParaRPr lang="en-US" sz="2000" dirty="0"/>
          </a:p>
        </p:txBody>
      </p:sp>
      <p:sp>
        <p:nvSpPr>
          <p:cNvPr id="92" name="Shape 90">
            <a:hlinkClick r:id="rId89" tooltip="Question 45" action="ppaction://hlinksldjump"/>
          </p:cNvPr>
          <p:cNvSpPr/>
          <p:nvPr/>
        </p:nvSpPr>
        <p:spPr>
          <a:xfrm>
            <a:off x="505206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3" name="Text 91">
            <a:hlinkClick r:id="rId90" tooltip="Question 45" action="ppaction://hlinksldjump"/>
          </p:cNvPr>
          <p:cNvSpPr/>
          <p:nvPr/>
        </p:nvSpPr>
        <p:spPr>
          <a:xfrm>
            <a:off x="505206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0" action="ppaction://hlinksldjump" tooltip="Question 4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</a:t>
            </a:r>
            <a:endParaRPr lang="en-US" sz="2000" dirty="0"/>
          </a:p>
        </p:txBody>
      </p:sp>
      <p:sp>
        <p:nvSpPr>
          <p:cNvPr id="94" name="Shape 92">
            <a:hlinkClick r:id="rId91" tooltip="Question 46" action="ppaction://hlinksldjump"/>
          </p:cNvPr>
          <p:cNvSpPr/>
          <p:nvPr/>
        </p:nvSpPr>
        <p:spPr>
          <a:xfrm>
            <a:off x="614934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5" name="Text 93">
            <a:hlinkClick r:id="rId92" tooltip="Question 46" action="ppaction://hlinksldjump"/>
          </p:cNvPr>
          <p:cNvSpPr/>
          <p:nvPr/>
        </p:nvSpPr>
        <p:spPr>
          <a:xfrm>
            <a:off x="614934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2" action="ppaction://hlinksldjump" tooltip="Question 4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46</a:t>
            </a:r>
            <a:endParaRPr lang="en-US" sz="2000" dirty="0"/>
          </a:p>
        </p:txBody>
      </p:sp>
      <p:sp>
        <p:nvSpPr>
          <p:cNvPr id="96" name="Shape 94">
            <a:hlinkClick r:id="rId93" tooltip="Question 47" action="ppaction://hlinksldjump"/>
          </p:cNvPr>
          <p:cNvSpPr/>
          <p:nvPr/>
        </p:nvSpPr>
        <p:spPr>
          <a:xfrm>
            <a:off x="724662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7" name="Text 95">
            <a:hlinkClick r:id="rId94" tooltip="Question 47" action="ppaction://hlinksldjump"/>
          </p:cNvPr>
          <p:cNvSpPr/>
          <p:nvPr/>
        </p:nvSpPr>
        <p:spPr>
          <a:xfrm>
            <a:off x="724662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4" action="ppaction://hlinksldjump" tooltip="Question 4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47</a:t>
            </a:r>
            <a:endParaRPr lang="en-US" sz="2000" dirty="0"/>
          </a:p>
        </p:txBody>
      </p:sp>
      <p:sp>
        <p:nvSpPr>
          <p:cNvPr id="98" name="Shape 96">
            <a:hlinkClick r:id="rId95" tooltip="Question 48" action="ppaction://hlinksldjump"/>
          </p:cNvPr>
          <p:cNvSpPr/>
          <p:nvPr/>
        </p:nvSpPr>
        <p:spPr>
          <a:xfrm>
            <a:off x="834390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99" name="Text 97">
            <a:hlinkClick r:id="rId96" tooltip="Question 48" action="ppaction://hlinksldjump"/>
          </p:cNvPr>
          <p:cNvSpPr/>
          <p:nvPr/>
        </p:nvSpPr>
        <p:spPr>
          <a:xfrm>
            <a:off x="834390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6" action="ppaction://hlinksldjump" tooltip="Question 4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48</a:t>
            </a:r>
            <a:endParaRPr lang="en-US" sz="2000" dirty="0"/>
          </a:p>
        </p:txBody>
      </p:sp>
      <p:sp>
        <p:nvSpPr>
          <p:cNvPr id="100" name="Shape 98">
            <a:hlinkClick r:id="rId97" tooltip="Question 49" action="ppaction://hlinksldjump"/>
          </p:cNvPr>
          <p:cNvSpPr/>
          <p:nvPr/>
        </p:nvSpPr>
        <p:spPr>
          <a:xfrm>
            <a:off x="944118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01" name="Text 99">
            <a:hlinkClick r:id="rId98" tooltip="Question 49" action="ppaction://hlinksldjump"/>
          </p:cNvPr>
          <p:cNvSpPr/>
          <p:nvPr/>
        </p:nvSpPr>
        <p:spPr>
          <a:xfrm>
            <a:off x="944118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8" action="ppaction://hlinksldjump" tooltip="Question 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49</a:t>
            </a:r>
            <a:endParaRPr lang="en-US" sz="2000" dirty="0"/>
          </a:p>
        </p:txBody>
      </p:sp>
      <p:sp>
        <p:nvSpPr>
          <p:cNvPr id="102" name="Shape 100">
            <a:hlinkClick r:id="rId99" tooltip="Question 50" action="ppaction://hlinksldjump"/>
          </p:cNvPr>
          <p:cNvSpPr/>
          <p:nvPr/>
        </p:nvSpPr>
        <p:spPr>
          <a:xfrm>
            <a:off x="10538460" y="4837176"/>
            <a:ext cx="987552" cy="713232"/>
          </a:xfrm>
          <a:prstGeom prst="roundRect">
            <a:avLst>
              <a:gd name="adj" fmla="val 12821"/>
            </a:avLst>
          </a:prstGeom>
          <a:solidFill>
            <a:srgbClr val="E8B33D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103" name="Text 101">
            <a:hlinkClick r:id="rId100" tooltip="Question 50" action="ppaction://hlinksldjump"/>
          </p:cNvPr>
          <p:cNvSpPr/>
          <p:nvPr/>
        </p:nvSpPr>
        <p:spPr>
          <a:xfrm>
            <a:off x="10538460" y="4837176"/>
            <a:ext cx="987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0" action="ppaction://hlinksldjump" tooltip="Question 5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</a:t>
            </a:r>
            <a:endParaRPr lang="en-US" sz="2000" dirty="0"/>
          </a:p>
        </p:txBody>
      </p:sp>
      <p:sp>
        <p:nvSpPr>
          <p:cNvPr id="104" name="Text 102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Questions  •  Biology • Physics • Chemistry • Earth Science • Astronomy • Environmental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organelle is known as the powerhouse of the cell?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Nucleus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Mitochondrion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Ribosome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Golgi apparatus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Mitochondrion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gas do green plants absorb during photosynthesis?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Oxygen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Nitrogen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Carbon dioxide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Hydrogen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Carbon dioxide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SI unit of force?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Joule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Watt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Pascal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Newton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D. Newton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planet is known as the Red Planet?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Venus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Jupiter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Mercury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Mars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chemical symbol for gold?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Au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cells are primarily responsible for fighting infections?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 blood cells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White blood cells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Platelets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Plasma cells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White blood cells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boiling point of pure water at standard atmospheric pressure?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0°C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50°C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100°C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212°C below zero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100°C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a plant absorbs most water and minerals from the soil?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Stem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Leaf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Flower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Roots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D. Roots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energy is stored in food?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Chemical energy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 energy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Nuclear energy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 energy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Chemical energy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largest planet in our Solar System?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Saturn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Jupiter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Neptune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Jupiter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basic structural and functional unit of life?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Tissue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Atom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Cell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vitamin is mainly produced in the skin when exposed to sunlight?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Vitamin A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Vitamin B12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Vitamin C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Vitamin D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D. Vitamin D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force keeps planets in orbit around the Sun?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force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Gravitational force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Frictional force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Nuclear force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Gravitational force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pH of a neutral solution at approximately 25°C?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7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gas makes up the largest proportion of Earth's atmosphere?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Oxygen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Carbon dioxide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Nitrogen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Hydrogen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Nitrogen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 pumps blood throughout the human body?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Liver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Kidney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Heart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Lung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Heart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speed of light in a vacuum, approximately?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× 10⁴ m/s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× 10⁶ m/s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× 10⁸ m/s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× 10¹² m/s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3 × 10⁸ m/s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substance is essential for photosynthesis and is taken up by plant roots?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Water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Oxygen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Glucose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Nitrogen gas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Water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particle has a negative electrical charge?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Neutron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Nucleus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Electron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of Earth is composed mainly of solid rock and forms the continents and ocean floors?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Mantle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Crust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Outer core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Crust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process by which plants lose water vapour through their leaves?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Respiration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Transpiration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Germination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Fermentation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Transpiration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simple machine is commonly used to raise a bucket from a well?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Pulley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Wedge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Screw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Lever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Pulley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metal is liquid at ordinary room temperature?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Iron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Copper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Mercury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Aluminium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Mercury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component helps in clotting?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 blood cells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Platelets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Plasma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White blood cells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Platelets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phenomenon causes a rainbow?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Reflection only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Dispersion of light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Absorption of sound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attraction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Dispersion of light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 is primarily responsible for filtering waste products from the blood?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Heart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Kidney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Stomach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Pancreas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Kidney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source of energy driving Earth's climate system?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Earth's core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Ocean currents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Sun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gas is most directly associated with the enhanced greenhouse effect caused by human activities?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Carbon dioxide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Helium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Argon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Carbon dioxide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rock forms when molten magma or lava cools and solidifies?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Sedimentary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Metamorphic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Igneous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Organic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Igneous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instrument is used to measure atmospheric pressure?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Thermometer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Barometer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Hygrometer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Anemometer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Barometer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converts atmospheric nitrogen into forms that plants can use?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Photosynthesis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Nitrogen fixation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Transpiration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Respiration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Nitrogen fixation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the brain is mainly responsible for balance and coordination?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Cerebrum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Cerebellum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Medulla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Hypothalamus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Cerebellum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frequency of a wave if its wavelength decreases while its speed remains constant?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Frequency decreases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Frequency increases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Frequency becomes zero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Frequency remains necessarily unchanged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Frequency increases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law states that every action has an equal and opposite reaction?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Newton's First Law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Newton's Second Law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Newton's Third Law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 of Conservation of Energy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Newton's Third Law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bond involves the sharing of electrons between atoms?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Ionic bond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Covalent bond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Metallic bond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Hydrogen bond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Covalent bond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function of chlorophyll in plants?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Absorb light energy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Absorb minerals from soil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Transport water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Produce oxygen independently of light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Absorb light energy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group is commonly known as the universal red-cell donor?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 positive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positive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negative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 negative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O negative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approximate acceleration due to gravity near Earth's surface?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0.98 m/s²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9.8 m/s²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98 m/s²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980 m/s²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9.8 m/s²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molecule carries genetic information in most living organisms?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ATP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DNA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Glucose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Lipid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DNA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changes a liquid into a gas at its surface?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Condensation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Freezing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Evaporation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Melting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Evaporation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phenomenon explains why we see lightning before hearing thunder?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 is reflected by clouds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 travels faster than sound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 travels faster than light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Lightning produces no sound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Light travels faster than sound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greenhouse gas is released in significant amounts from livestock through enteric fermentation?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Methane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Oxygen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Helium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Neon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Methane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 of an ecosystem includes all living organisms?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Abiotic component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Biotic component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Climatic component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Geological component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Biotic component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approximate pH of a strongly acidic solution?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2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phenomenon occurs when the Moon passes between the Sun and Earth and blocks some or all of the Sun's light?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Lunar eclipse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Solar eclipse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Equinox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Solstice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Solar eclipse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kg object accelerates at 2 m/s². What force acts on it?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N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 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 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 N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C. 20 N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molecule is the primary energy currency of cells?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DNA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ATP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RNA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Cellulose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ATP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is primarily responsible for converting atmospheric carbon dioxide into organic carbon in plants?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Photosynthesis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Transpiration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Respiration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Decomposition</a:t>
            </a:r>
            <a:endParaRPr lang="en-US" sz="1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A. Photosynthesis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of the electromagnetic spectrum has the highest frequency among the following?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Radio waves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Microwaves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Visible light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Gamma rays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D. Gamma rays</a:t>
            </a:r>
            <a:endParaRPr lang="en-US" sz="1800" dirty="0"/>
          </a:p>
        </p:txBody>
      </p:sp>
      <p:sp>
        <p:nvSpPr>
          <p:cNvPr id="4" name="Shape 2">
            <a:hlinkClick r:id="rId1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NEXT QUESTION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NEXT QUESTION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QUESTION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/ 50</a:t>
            </a:r>
            <a:endParaRPr lang="en-US" sz="20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45E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320040" y="256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QUESTION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256032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7" name="Text 5"/>
          <p:cNvSpPr/>
          <p:nvPr/>
        </p:nvSpPr>
        <p:spPr>
          <a:xfrm>
            <a:off x="9921240" y="2560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4572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344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 states that energy cannot be created or destroyed, but can only be transformed from one form to another?</a:t>
            </a:r>
            <a:endParaRPr lang="en-US" sz="2200" dirty="0"/>
          </a:p>
        </p:txBody>
      </p:sp>
      <p:sp>
        <p:nvSpPr>
          <p:cNvPr id="11" name="Shape 9">
            <a:hlinkClick r:id="rId3" tooltip="Select option A" action="ppaction://hlinksldjump"/>
          </p:cNvPr>
          <p:cNvSpPr/>
          <p:nvPr/>
        </p:nvSpPr>
        <p:spPr>
          <a:xfrm>
            <a:off x="5943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>
            <a:hlinkClick r:id="rId4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>
            <a:hlinkClick r:id="rId5" tooltip="Select option A" action="ppaction://hlinksldjump"/>
          </p:cNvPr>
          <p:cNvSpPr/>
          <p:nvPr/>
        </p:nvSpPr>
        <p:spPr>
          <a:xfrm>
            <a:off x="82296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2200" dirty="0"/>
          </a:p>
        </p:txBody>
      </p:sp>
      <p:sp>
        <p:nvSpPr>
          <p:cNvPr id="14" name="Text 12">
            <a:hlinkClick r:id="rId6" tooltip="Select option A" action="ppaction://hlinksldjump"/>
          </p:cNvPr>
          <p:cNvSpPr/>
          <p:nvPr/>
        </p:nvSpPr>
        <p:spPr>
          <a:xfrm>
            <a:off x="169164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elect option 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Conservation of mass</a:t>
            </a:r>
            <a:endParaRPr lang="en-US" sz="1600" dirty="0"/>
          </a:p>
        </p:txBody>
      </p:sp>
      <p:sp>
        <p:nvSpPr>
          <p:cNvPr id="15" name="Shape 13">
            <a:hlinkClick r:id="rId7" tooltip="Select option B" action="ppaction://hlinksldjump"/>
          </p:cNvPr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hlinkClick r:id="rId8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>
            <a:hlinkClick r:id="rId9" tooltip="Select option B" action="ppaction://hlinksldjump"/>
          </p:cNvPr>
          <p:cNvSpPr/>
          <p:nvPr/>
        </p:nvSpPr>
        <p:spPr>
          <a:xfrm>
            <a:off x="649224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2200" dirty="0"/>
          </a:p>
        </p:txBody>
      </p:sp>
      <p:sp>
        <p:nvSpPr>
          <p:cNvPr id="18" name="Text 16">
            <a:hlinkClick r:id="rId10" tooltip="Select option B" action="ppaction://hlinksldjump"/>
          </p:cNvPr>
          <p:cNvSpPr/>
          <p:nvPr/>
        </p:nvSpPr>
        <p:spPr>
          <a:xfrm>
            <a:off x="7360920" y="2990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Select option 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Conservation of energy</a:t>
            </a:r>
            <a:endParaRPr lang="en-US" sz="1600" dirty="0"/>
          </a:p>
        </p:txBody>
      </p:sp>
      <p:sp>
        <p:nvSpPr>
          <p:cNvPr id="19" name="Shape 17">
            <a:hlinkClick r:id="rId11" tooltip="Select option C" action="ppaction://hlinksldjump"/>
          </p:cNvPr>
          <p:cNvSpPr/>
          <p:nvPr/>
        </p:nvSpPr>
        <p:spPr>
          <a:xfrm>
            <a:off x="59436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hlinkClick r:id="rId12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>
            <a:hlinkClick r:id="rId13" tooltip="Select option C" action="ppaction://hlinksldjump"/>
          </p:cNvPr>
          <p:cNvSpPr/>
          <p:nvPr/>
        </p:nvSpPr>
        <p:spPr>
          <a:xfrm>
            <a:off x="82296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2200" dirty="0"/>
          </a:p>
        </p:txBody>
      </p:sp>
      <p:sp>
        <p:nvSpPr>
          <p:cNvPr id="22" name="Text 20">
            <a:hlinkClick r:id="rId14" tooltip="Select option C" action="ppaction://hlinksldjump"/>
          </p:cNvPr>
          <p:cNvSpPr/>
          <p:nvPr/>
        </p:nvSpPr>
        <p:spPr>
          <a:xfrm>
            <a:off x="169164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Select option 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Newton's law of inertia</a:t>
            </a:r>
            <a:endParaRPr lang="en-US" sz="1600" dirty="0"/>
          </a:p>
        </p:txBody>
      </p:sp>
      <p:sp>
        <p:nvSpPr>
          <p:cNvPr id="23" name="Shape 21">
            <a:hlinkClick r:id="rId15" tooltip="Select option D" action="ppaction://hlinksldjump"/>
          </p:cNvPr>
          <p:cNvSpPr/>
          <p:nvPr/>
        </p:nvSpPr>
        <p:spPr>
          <a:xfrm>
            <a:off x="6263640" y="4572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6345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>
            <a:hlinkClick r:id="rId16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>
            <a:hlinkClick r:id="rId17" tooltip="Select option D" action="ppaction://hlinksldjump"/>
          </p:cNvPr>
          <p:cNvSpPr/>
          <p:nvPr/>
        </p:nvSpPr>
        <p:spPr>
          <a:xfrm>
            <a:off x="6492240" y="49149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2200" dirty="0"/>
          </a:p>
        </p:txBody>
      </p:sp>
      <p:sp>
        <p:nvSpPr>
          <p:cNvPr id="26" name="Text 24">
            <a:hlinkClick r:id="rId18" tooltip="Select option D" action="ppaction://hlinksldjump"/>
          </p:cNvPr>
          <p:cNvSpPr/>
          <p:nvPr/>
        </p:nvSpPr>
        <p:spPr>
          <a:xfrm>
            <a:off x="7360920" y="468172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Select option 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 of universal gravitation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F9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B. Conservation of energy</a:t>
            </a:r>
            <a:endParaRPr lang="en-US" sz="1800" dirty="0"/>
          </a:p>
        </p:txBody>
      </p:sp>
      <p:sp>
        <p:nvSpPr>
          <p:cNvPr id="4" name="Shape 2">
            <a:hlinkClick r:id="rId1" tooltip="FINISH QUIZ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FINISH QUIZ →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FINISH QUIZ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FINISH QUIZ →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67A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SORRY! 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the correct answer. Give it another try!</a:t>
            </a:r>
            <a:endParaRPr lang="en-US" sz="1800" dirty="0"/>
          </a:p>
        </p:txBody>
      </p:sp>
      <p:sp>
        <p:nvSpPr>
          <p:cNvPr id="4" name="Shape 2">
            <a:hlinkClick r:id="rId1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Try Again" action="ppaction://hlinksldjump"/>
          </p:cNvPr>
          <p:cNvSpPr/>
          <p:nvPr/>
        </p:nvSpPr>
        <p:spPr>
          <a:xfrm>
            <a:off x="4270248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Try Ag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2000" dirty="0"/>
          </a:p>
        </p:txBody>
      </p:sp>
      <p:sp>
        <p:nvSpPr>
          <p:cNvPr id="6" name="Shape 4">
            <a:hlinkClick r:id="rId3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9E2A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hlinkClick r:id="rId4" tooltip="Back to Question Board" action="ppaction://hlinksldjump"/>
          </p:cNvPr>
          <p:cNvSpPr/>
          <p:nvPr/>
        </p:nvSpPr>
        <p:spPr>
          <a:xfrm>
            <a:off x="4270248" y="5349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3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QUIZ COMPLETE! 🏆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 You've made it through all 50 science questions.</a:t>
            </a:r>
            <a:endParaRPr lang="en-US" sz="1800" dirty="0"/>
          </a:p>
        </p:txBody>
      </p:sp>
      <p:sp>
        <p:nvSpPr>
          <p:cNvPr id="4" name="Shape 2">
            <a:hlinkClick r:id="rId1" tooltip="Back to Question Board" action="ppaction://hlinksldjump"/>
          </p:cNvPr>
          <p:cNvSpPr/>
          <p:nvPr/>
        </p:nvSpPr>
        <p:spPr>
          <a:xfrm>
            <a:off x="4270248" y="429768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E8B33D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>
            <a:hlinkClick r:id="rId2" tooltip="Back to Question Board" action="ppaction://hlinksldjump"/>
          </p:cNvPr>
          <p:cNvSpPr/>
          <p:nvPr/>
        </p:nvSpPr>
        <p:spPr>
          <a:xfrm>
            <a:off x="4270248" y="4297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Question 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QUESTION 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152</Slides>
  <Notes>152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2026-08-15T02:25:04Z</dcterms:created>
  <dcterms:modified xsi:type="dcterms:W3CDTF">2026-08-15T02:25:04Z</dcterms:modified>
</cp:coreProperties>
</file>